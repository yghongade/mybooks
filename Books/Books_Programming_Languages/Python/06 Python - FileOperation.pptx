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6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45" r:id="rId2"/>
    <p:sldId id="343" r:id="rId3"/>
    <p:sldId id="362" r:id="rId4"/>
    <p:sldId id="363" r:id="rId5"/>
    <p:sldId id="364" r:id="rId6"/>
    <p:sldId id="365" r:id="rId7"/>
    <p:sldId id="366" r:id="rId8"/>
    <p:sldId id="377" r:id="rId9"/>
    <p:sldId id="378" r:id="rId10"/>
    <p:sldId id="379" r:id="rId11"/>
    <p:sldId id="380" r:id="rId12"/>
    <p:sldId id="381" r:id="rId13"/>
    <p:sldId id="376" r:id="rId14"/>
    <p:sldId id="341" r:id="rId15"/>
  </p:sldIdLst>
  <p:sldSz cx="9144000" cy="6858000" type="screen4x3"/>
  <p:notesSz cx="6797675" cy="9926638"/>
  <p:custDataLst>
    <p:tags r:id="rId18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747474"/>
    <a:srgbClr val="A6A6A6"/>
    <a:srgbClr val="B2B2B2"/>
    <a:srgbClr val="EAEAEA"/>
    <a:srgbClr val="FFFEFD"/>
    <a:srgbClr val="FFFEFE"/>
    <a:srgbClr val="FFFFFE"/>
    <a:srgbClr val="FFFEFF"/>
    <a:srgbClr val="FFFF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0" autoAdjust="0"/>
    <p:restoredTop sz="94660" autoAdjust="0"/>
  </p:normalViewPr>
  <p:slideViewPr>
    <p:cSldViewPr snapToObjects="1" showGuides="1">
      <p:cViewPr varScale="1">
        <p:scale>
          <a:sx n="73" d="100"/>
          <a:sy n="73" d="100"/>
        </p:scale>
        <p:origin x="-1272" y="-102"/>
      </p:cViewPr>
      <p:guideLst>
        <p:guide orient="horz" pos="845"/>
        <p:guide orient="horz" pos="3702"/>
        <p:guide orient="horz" pos="2296"/>
        <p:guide orient="horz" pos="2251"/>
        <p:guide orient="horz" pos="119"/>
        <p:guide orient="horz" pos="4201"/>
        <p:guide orient="horz" pos="2614"/>
        <p:guide pos="249"/>
        <p:guide pos="2857"/>
        <p:guide pos="2903"/>
        <p:guide pos="3787"/>
        <p:guide pos="3742"/>
        <p:guide pos="2018"/>
        <p:guide pos="1973"/>
        <p:guide pos="5511"/>
        <p:guide pos="113"/>
        <p:guide pos="5647"/>
        <p:guide pos="54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76" d="100"/>
          <a:sy n="76" d="100"/>
        </p:scale>
        <p:origin x="-2166" y="-84"/>
      </p:cViewPr>
      <p:guideLst>
        <p:guide orient="horz" pos="3126"/>
        <p:guide pos="214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0BAD0-1087-43A9-B1A9-7A9D8A84A638}" type="datetimeFigureOut">
              <a:rPr lang="de-DE" smtClean="0"/>
              <a:pPr/>
              <a:t>04.10.2015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6FF2-31AE-4F51-8EE2-6B6790F3B26A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xmlns="" val="925766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C568D1-65C2-4CDE-9B8E-4F04E333B056}" type="datetimeFigureOut">
              <a:rPr lang="en-US" smtClean="0"/>
              <a:pPr/>
              <a:t>10/4/2015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7575" y="4714875"/>
            <a:ext cx="4962525" cy="44672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D5AE8-B077-49EA-8F01-5B4042BFAB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47395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498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96938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249363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622425" indent="-171450" algn="l" defTabSz="914400" rtl="0" eaLnBrk="1" latinLnBrk="0" hangingPunct="1">
      <a:spcAft>
        <a:spcPts val="600"/>
      </a:spcAft>
      <a:buFont typeface="Arial" pitchFamily="34" charset="0"/>
      <a:buChar char="›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7F09CE-5172-440D-AA4C-674D4F31784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D5AE8-B077-49EA-8F01-5B4042BFABD6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3"/>
            <a:ext cx="8785225" cy="3960812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11,0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dirty="0" smtClean="0"/>
              <a:t>Das Quality Seal hat </a:t>
            </a:r>
            <a:r>
              <a:rPr lang="en-US" noProof="0" dirty="0" err="1" smtClean="0"/>
              <a:t>im</a:t>
            </a:r>
            <a:r>
              <a:rPr lang="en-US" noProof="0" dirty="0" smtClean="0"/>
              <a:t> </a:t>
            </a:r>
            <a:r>
              <a:rPr lang="en-US" noProof="0" dirty="0" err="1" smtClean="0"/>
              <a:t>Vordergrund</a:t>
            </a:r>
            <a:r>
              <a:rPr lang="en-US" noProof="0" dirty="0" smtClean="0"/>
              <a:t> </a:t>
            </a:r>
            <a:r>
              <a:rPr lang="en-US" noProof="0" dirty="0" err="1" smtClean="0"/>
              <a:t>zu</a:t>
            </a:r>
            <a:r>
              <a:rPr lang="en-US" noProof="0" dirty="0" smtClean="0"/>
              <a:t> </a:t>
            </a:r>
            <a:r>
              <a:rPr lang="en-US" noProof="0" dirty="0" err="1" smtClean="0"/>
              <a:t>stehen</a:t>
            </a:r>
            <a:r>
              <a:rPr lang="en-US" noProof="0" dirty="0" smtClean="0"/>
              <a:t>.</a:t>
            </a:r>
            <a:br>
              <a:rPr lang="en-US" noProof="0" dirty="0" smtClean="0"/>
            </a:br>
            <a:r>
              <a:rPr lang="en-US" noProof="0" dirty="0" err="1" smtClean="0"/>
              <a:t>Bitte</a:t>
            </a:r>
            <a:r>
              <a:rPr lang="en-US" noProof="0" dirty="0" smtClean="0"/>
              <a:t> </a:t>
            </a:r>
            <a:r>
              <a:rPr lang="en-US" noProof="0" dirty="0" err="1" smtClean="0"/>
              <a:t>ändern</a:t>
            </a:r>
            <a:r>
              <a:rPr lang="en-US" noProof="0" dirty="0" smtClean="0"/>
              <a:t> </a:t>
            </a:r>
            <a:r>
              <a:rPr lang="en-US" noProof="0" dirty="0" err="1" smtClean="0"/>
              <a:t>Sie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nicht</a:t>
            </a:r>
            <a:r>
              <a:rPr lang="en-US" noProof="0" dirty="0" smtClean="0"/>
              <a:t> die </a:t>
            </a:r>
            <a:r>
              <a:rPr lang="en-US" noProof="0" dirty="0" err="1" smtClean="0"/>
              <a:t>Größe</a:t>
            </a:r>
            <a:r>
              <a:rPr lang="en-US" noProof="0" dirty="0" smtClean="0"/>
              <a:t> </a:t>
            </a:r>
            <a:r>
              <a:rPr lang="en-US" noProof="0" dirty="0" err="1" smtClean="0"/>
              <a:t>oder</a:t>
            </a:r>
            <a:r>
              <a:rPr lang="en-US" noProof="0" dirty="0" smtClean="0"/>
              <a:t> Position.</a:t>
            </a:r>
            <a:br>
              <a:rPr lang="en-US" noProof="0" dirty="0" smtClean="0"/>
            </a:br>
            <a:r>
              <a:rPr lang="en-US" noProof="0" dirty="0" smtClean="0"/>
              <a:t>The Quality Seal has to stay on top.</a:t>
            </a:r>
            <a:br>
              <a:rPr lang="en-US" noProof="0" dirty="0" smtClean="0"/>
            </a:br>
            <a:r>
              <a:rPr lang="en-US" noProof="0" dirty="0" smtClean="0"/>
              <a:t>Please do not change size or position.</a:t>
            </a:r>
          </a:p>
          <a:p>
            <a:pPr lvl="0"/>
            <a:endParaRPr lang="en-US" noProof="0" dirty="0" smtClean="0"/>
          </a:p>
        </p:txBody>
      </p:sp>
    </p:spTree>
    <p:extLst>
      <p:ext uri="{BB962C8B-B14F-4D97-AF65-F5344CB8AC3E}">
        <p14:creationId xmlns:p14="http://schemas.microsoft.com/office/powerpoint/2010/main" xmlns="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177800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D547F8-5145-4EDD-B534-EAB796FE8C9F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3515672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/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179388" y="188912"/>
            <a:ext cx="8785225" cy="6480175"/>
          </a:xfrm>
          <a:prstGeom prst="rect">
            <a:avLst/>
          </a:prstGeom>
          <a:pattFill prst="wdUpDiag">
            <a:fgClr>
              <a:schemeClr val="accent5"/>
            </a:fgClr>
            <a:bgClr>
              <a:schemeClr val="accent6"/>
            </a:bgClr>
          </a:pattFill>
          <a:ln w="9525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600" noProof="0" dirty="0" err="1" smtClean="0">
                <a:solidFill>
                  <a:schemeClr val="bg1"/>
                </a:solidFill>
              </a:rPr>
              <a:t>Bitte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decken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Sie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die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schraffierte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Fläche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mit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einem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</a:t>
            </a:r>
            <a:r>
              <a:rPr lang="en-US" sz="1600" baseline="0" noProof="0" dirty="0" err="1" smtClean="0">
                <a:solidFill>
                  <a:schemeClr val="bg1"/>
                </a:solidFill>
              </a:rPr>
              <a:t>Bild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ab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Please cover</a:t>
            </a:r>
            <a:r>
              <a:rPr lang="en-US" sz="1600" baseline="0" noProof="0" dirty="0" smtClean="0">
                <a:solidFill>
                  <a:schemeClr val="bg1"/>
                </a:solidFill>
              </a:rPr>
              <a:t> the shaded area with a picture</a:t>
            </a:r>
            <a:r>
              <a:rPr lang="en-US" sz="1600" noProof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1600" noProof="0" dirty="0" smtClean="0">
                <a:solidFill>
                  <a:schemeClr val="bg1"/>
                </a:solidFill>
              </a:rPr>
              <a:t>(24,4 x 18,0 cm)</a:t>
            </a:r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503548" y="-567404"/>
            <a:ext cx="8640452" cy="36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46800" rIns="72000" bIns="46800" rtlCol="0" anchor="t" anchorCtr="0"/>
          <a:lstStyle/>
          <a:p>
            <a:r>
              <a:rPr lang="en-US" sz="900" noProof="0" smtClean="0">
                <a:solidFill>
                  <a:schemeClr val="tx1"/>
                </a:solidFill>
              </a:rPr>
              <a:t>Wenn Sie ein neues Bild einfügen: Klicken Sie mit der rechten Maustaste auf das Bild und wählen „In den Hintergrund“, um das Bild hinter das Quality Seal zu bringen.</a:t>
            </a:r>
          </a:p>
          <a:p>
            <a:r>
              <a:rPr lang="en-US" sz="900" noProof="0" smtClean="0">
                <a:solidFill>
                  <a:schemeClr val="tx1"/>
                </a:solidFill>
              </a:rPr>
              <a:t>If you insert a new picture: Right click on the picture and select “Send to the back” to position it behind the Quality Seal.</a:t>
            </a:r>
          </a:p>
        </p:txBody>
      </p:sp>
      <p:cxnSp>
        <p:nvCxnSpPr>
          <p:cNvPr id="14" name="Gerade Verbindung 13"/>
          <p:cNvCxnSpPr/>
          <p:nvPr userDrawn="1"/>
        </p:nvCxnSpPr>
        <p:spPr>
          <a:xfrm>
            <a:off x="503548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 userDrawn="1"/>
        </p:nvCxnSpPr>
        <p:spPr>
          <a:xfrm>
            <a:off x="3059832" y="-171400"/>
            <a:ext cx="0" cy="13384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/>
          <p:cNvCxnSpPr/>
          <p:nvPr userDrawn="1"/>
        </p:nvCxnSpPr>
        <p:spPr>
          <a:xfrm rot="5400000">
            <a:off x="-103432" y="1237844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 userDrawn="1"/>
        </p:nvCxnSpPr>
        <p:spPr>
          <a:xfrm rot="5400000">
            <a:off x="-113608" y="-66920"/>
            <a:ext cx="0" cy="13384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7" y="4401108"/>
            <a:ext cx="8172141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746878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03548" y="6021288"/>
            <a:ext cx="2628590" cy="368813"/>
          </a:xfrm>
        </p:spPr>
        <p:txBody>
          <a:bodyPr tIns="0" bIns="0" anchor="b" anchorCtr="0">
            <a:normAutofit/>
          </a:bodyPr>
          <a:lstStyle>
            <a:lvl1pPr marL="0" indent="0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URL</a:t>
            </a:r>
          </a:p>
          <a:p>
            <a:pPr lvl="0"/>
            <a:endParaRPr lang="en-US" noProof="0" smtClean="0"/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599891" y="6021288"/>
            <a:ext cx="5075797" cy="368813"/>
          </a:xfrm>
        </p:spPr>
        <p:txBody>
          <a:bodyPr tIns="0" bIns="0" anchor="b" anchorCtr="0">
            <a:normAutofit/>
          </a:bodyPr>
          <a:lstStyle>
            <a:lvl1pPr marL="0" indent="0" algn="r">
              <a:spcAft>
                <a:spcPts val="0"/>
              </a:spcAft>
              <a:buNone/>
              <a:defRPr sz="9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Division Naming</a:t>
            </a:r>
          </a:p>
          <a:p>
            <a:pPr lvl="0"/>
            <a:endParaRPr lang="en-US" noProof="0" smtClean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03238" y="0"/>
            <a:ext cx="2555875" cy="1304925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 marL="0" indent="0" algn="ctr">
              <a:spcAft>
                <a:spcPts val="0"/>
              </a:spcAft>
              <a:buNone/>
              <a:defRPr sz="800"/>
            </a:lvl1pPr>
          </a:lstStyle>
          <a:p>
            <a:pPr lvl="0"/>
            <a:r>
              <a:rPr lang="en-US" noProof="0" smtClean="0"/>
              <a:t>Das Quality Seal hat im Vordergrund zu stehen.</a:t>
            </a:r>
            <a:br>
              <a:rPr lang="en-US" noProof="0" smtClean="0"/>
            </a:br>
            <a:r>
              <a:rPr lang="en-US" noProof="0" smtClean="0"/>
              <a:t>Bitte ändern Sie nicht die Größe oder Position.</a:t>
            </a:r>
            <a:br>
              <a:rPr lang="en-US" noProof="0" smtClean="0"/>
            </a:br>
            <a:r>
              <a:rPr lang="en-US" noProof="0" smtClean="0"/>
              <a:t>The Quality Seal has to stay on top.</a:t>
            </a:r>
            <a:br>
              <a:rPr lang="en-US" noProof="0" smtClean="0"/>
            </a:br>
            <a:r>
              <a:rPr lang="en-US" noProof="0" smtClean="0"/>
              <a:t>Please do not change size or position.</a:t>
            </a:r>
          </a:p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xmlns="" val="8890632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bg1"/>
              </a:buClr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6962C32-3614-45BF-BAB1-EB0AB81D0000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erade Verbindung 15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23"/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3501406" y="6375515"/>
            <a:ext cx="2726779" cy="128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t" anchorCtr="0"/>
          <a:lstStyle/>
          <a:p>
            <a:pPr algn="l" defTabSz="895888"/>
            <a:r>
              <a:rPr lang="en-US" sz="700" noProof="0" smtClean="0">
                <a:solidFill>
                  <a:schemeClr val="tx1"/>
                </a:solidFill>
                <a:latin typeface="+mn-lt"/>
              </a:rPr>
              <a:t>Confidential</a:t>
            </a:r>
            <a:endParaRPr lang="en-US" sz="700" noProof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Text Box 23"/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501407" y="6237312"/>
            <a:ext cx="2726778" cy="13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 defTabSz="895888"/>
            <a:r>
              <a:rPr lang="en-US" sz="700" b="1" noProof="0" smtClean="0">
                <a:solidFill>
                  <a:schemeClr val="tx1"/>
                </a:solidFill>
                <a:latin typeface="+mn-lt"/>
              </a:rPr>
              <a:t>Space for Sender Information</a:t>
            </a:r>
            <a:endParaRPr lang="en-US" sz="700" b="1" noProof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88338929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8108249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4535487"/>
          </a:xfrm>
        </p:spPr>
        <p:txBody>
          <a:bodyPr/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2pPr>
            <a:lvl3pPr marL="53975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3pPr>
            <a:lvl4pPr marL="895350" indent="-179388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4pPr>
            <a:lvl5pPr marL="1257300" indent="-177800">
              <a:lnSpc>
                <a:spcPct val="113000"/>
              </a:lnSpc>
              <a:buSzPct val="125000"/>
              <a:buFont typeface="Arial" pitchFamily="34" charset="0"/>
              <a:buChar char="›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BCD2B11-5D6A-4947-9A17-825E522F1777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cxnSp>
        <p:nvCxnSpPr>
          <p:cNvPr id="7" name="Gerade Verbindung 6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" name="Gruppieren 15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7" name="Rechteck 16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8" name="Rechteck 17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195947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op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2232025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13FD176-31C0-4543-829D-BDC40D0D81D3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546124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ttom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95288" y="3644900"/>
            <a:ext cx="8353425" cy="2232024"/>
          </a:xfrm>
        </p:spPr>
        <p:txBody>
          <a:bodyPr/>
          <a:lstStyle>
            <a:lvl1pPr marL="177800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1pPr>
            <a:lvl2pPr marL="541338" indent="-18415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2pPr>
            <a:lvl3pPr marL="896938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3pPr>
            <a:lvl4pPr marL="1254125" indent="-179388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4pPr>
            <a:lvl5pPr marL="1616075" indent="-177800">
              <a:buClr>
                <a:schemeClr val="accent1"/>
              </a:buClr>
              <a:buSzPct val="125000"/>
              <a:buFont typeface="Arial" pitchFamily="34" charset="0"/>
              <a:buChar char="›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18FB33-42E6-4C23-AA9A-DC66C26B1340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0698627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8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395289" y="296862"/>
            <a:ext cx="8353424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C7BABF9-9A37-4480-B8E1-6ECF946A432B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6179362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eft Conten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B7C39854-43B9-42AC-85AC-FCA66DC81E0C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8335598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8" y="1341437"/>
            <a:ext cx="2736850" cy="4535488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203575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/>
          </p:nvPr>
        </p:nvSpPr>
        <p:spPr>
          <a:xfrm>
            <a:off x="6011863" y="1341437"/>
            <a:ext cx="2736850" cy="4535487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>
              <a:buNone/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9CCD7DF1-9E02-48B1-9F7E-E78E9DB199CE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7914532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Four Content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5289" y="1341437"/>
            <a:ext cx="4140200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06926" y="1341437"/>
            <a:ext cx="4141787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8ED2810E-1EDA-485B-971E-1C5D21BC72CB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8" name="Inhaltsplatzhalter 2"/>
          <p:cNvSpPr>
            <a:spLocks noGrp="1"/>
          </p:cNvSpPr>
          <p:nvPr>
            <p:ph sz="half" idx="13"/>
          </p:nvPr>
        </p:nvSpPr>
        <p:spPr>
          <a:xfrm>
            <a:off x="395289" y="3644900"/>
            <a:ext cx="4140199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19" name="Inhaltsplatzhalter 3"/>
          <p:cNvSpPr>
            <a:spLocks noGrp="1"/>
          </p:cNvSpPr>
          <p:nvPr>
            <p:ph sz="half" idx="14"/>
          </p:nvPr>
        </p:nvSpPr>
        <p:spPr>
          <a:xfrm>
            <a:off x="4606926" y="3644900"/>
            <a:ext cx="4141788" cy="2232025"/>
          </a:xfrm>
        </p:spPr>
        <p:txBody>
          <a:bodyPr vert="horz" lIns="0" tIns="18000" rIns="0" bIns="18000" rtlCol="0">
            <a:normAutofit/>
          </a:bodyPr>
          <a:lstStyle>
            <a:lvl1pPr marL="177800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41338" indent="-1841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896938" indent="-177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254125" indent="-1793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25000"/>
              <a:buFont typeface="Arial" pitchFamily="34" charset="0"/>
              <a:buChar char="›"/>
              <a:defRPr lang="de-DE" sz="1600" b="0" kern="120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None/>
              <a:defRPr lang="de-DE" sz="1600" b="0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632796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8BFA864-0AB0-4002-B4A1-740B7BFB9834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482012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343D375-E1C0-48EC-AB31-6B48A871004A}" type="datetime3">
              <a:rPr lang="en-US" noProof="0" smtClean="0"/>
              <a:pPr/>
              <a:t>4 October 2015</a:t>
            </a:fld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8913077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351ACA-D671-4872-8C6B-2BE97895414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5" name="Bild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2412" y="6094965"/>
            <a:ext cx="1857600" cy="5701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2298444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tx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0EC1612-35BA-4475-AFB4-82B852300840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4" name="Rechteck 13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hteck 14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hteck 15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hteck 16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4169119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(blac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95288" y="3114488"/>
            <a:ext cx="8353425" cy="2762437"/>
          </a:xfrm>
        </p:spPr>
        <p:txBody>
          <a:bodyPr>
            <a:noAutofit/>
          </a:bodyPr>
          <a:lstStyle>
            <a:lvl1pPr marL="0" indent="0">
              <a:lnSpc>
                <a:spcPct val="113000"/>
              </a:lnSpc>
              <a:buSzPct val="125000"/>
              <a:buFont typeface="Arial" pitchFamily="34" charset="0"/>
              <a:buNone/>
              <a:defRPr sz="2400">
                <a:solidFill>
                  <a:schemeClr val="bg1"/>
                </a:solidFill>
              </a:defRPr>
            </a:lvl1pPr>
            <a:lvl2pPr marL="184150" indent="-18415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2pPr>
            <a:lvl3pPr marL="53975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3pPr>
            <a:lvl4pPr marL="895350" indent="-179388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4pPr>
            <a:lvl5pPr marL="1257300" indent="-177800">
              <a:lnSpc>
                <a:spcPct val="113000"/>
              </a:lnSpc>
              <a:buClr>
                <a:schemeClr val="accent1"/>
              </a:buClr>
              <a:buSzPct val="125000"/>
              <a:buFont typeface="Arial" pitchFamily="34" charset="0"/>
              <a:buChar char="›"/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Textmasterformate durch Klicken bearbeiten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395288" y="2456892"/>
            <a:ext cx="8353425" cy="71913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D244AE-CCC2-4529-B090-394013E1C3A7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cxnSp>
        <p:nvCxnSpPr>
          <p:cNvPr id="13" name="Gerade Verbindung 12"/>
          <p:cNvCxnSpPr/>
          <p:nvPr userDrawn="1"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Bild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ruppieren 14"/>
          <p:cNvGrpSpPr/>
          <p:nvPr userDrawn="1"/>
        </p:nvGrpSpPr>
        <p:grpSpPr>
          <a:xfrm>
            <a:off x="0" y="0"/>
            <a:ext cx="9144000" cy="6858000"/>
            <a:chOff x="0" y="0"/>
            <a:chExt cx="9144000" cy="6858000"/>
          </a:xfrm>
          <a:solidFill>
            <a:schemeClr val="bg1"/>
          </a:solidFill>
        </p:grpSpPr>
        <p:sp>
          <p:nvSpPr>
            <p:cNvPr id="18" name="Rechteck 17"/>
            <p:cNvSpPr/>
            <p:nvPr userDrawn="1"/>
          </p:nvSpPr>
          <p:spPr>
            <a:xfrm>
              <a:off x="0" y="0"/>
              <a:ext cx="179388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9" name="Rechteck 18"/>
            <p:cNvSpPr/>
            <p:nvPr userDrawn="1"/>
          </p:nvSpPr>
          <p:spPr>
            <a:xfrm>
              <a:off x="0" y="0"/>
              <a:ext cx="9144000" cy="188913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0" name="Rechteck 19"/>
            <p:cNvSpPr/>
            <p:nvPr userDrawn="1"/>
          </p:nvSpPr>
          <p:spPr>
            <a:xfrm>
              <a:off x="0" y="6669088"/>
              <a:ext cx="9107488" cy="188912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1" name="Rechteck 20"/>
            <p:cNvSpPr/>
            <p:nvPr userDrawn="1"/>
          </p:nvSpPr>
          <p:spPr>
            <a:xfrm>
              <a:off x="8964612" y="0"/>
              <a:ext cx="179387" cy="6858000"/>
            </a:xfrm>
            <a:prstGeom prst="rect">
              <a:avLst/>
            </a:prstGeom>
            <a:grpFill/>
            <a:ln w="952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noProof="0" smtClean="0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9749887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3839314"/>
            <a:ext cx="8172140" cy="418502"/>
          </a:xfrm>
        </p:spPr>
        <p:txBody>
          <a:bodyPr tIns="0" rIns="0" bIns="0" anchor="t" anchorCtr="0">
            <a:normAutofit/>
          </a:bodyPr>
          <a:lstStyle>
            <a:lvl1pPr algn="l"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03548" y="4185084"/>
            <a:ext cx="8172140" cy="1138230"/>
          </a:xfrm>
        </p:spPr>
        <p:txBody>
          <a:bodyPr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smtClean="0"/>
              <a:t>Formatvorlage des Untertitelmasters durch Klicken bearbeiten</a:t>
            </a:r>
            <a:endParaRPr lang="en-US" noProof="0"/>
          </a:p>
        </p:txBody>
      </p:sp>
      <p:pic>
        <p:nvPicPr>
          <p:cNvPr id="14" name="Grafik 13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3238" y="-1"/>
            <a:ext cx="2555876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996260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O_EK=2375;MIO_UPDATE=True;MIO_VERSION=30.11.2012 11:40:17;MIO_DBID=ED9FF2F2-6643-46BA-B685-7D49126FFA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 Verbindung 12"/>
          <p:cNvCxnSpPr/>
          <p:nvPr/>
        </p:nvCxnSpPr>
        <p:spPr>
          <a:xfrm>
            <a:off x="395288" y="6044592"/>
            <a:ext cx="8353425" cy="0"/>
          </a:xfrm>
          <a:prstGeom prst="line">
            <a:avLst/>
          </a:prstGeom>
          <a:ln w="444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Bild 4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black">
          <a:xfrm>
            <a:off x="252637" y="6095032"/>
            <a:ext cx="1857375" cy="5700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5288" y="296862"/>
            <a:ext cx="8353425" cy="719137"/>
          </a:xfrm>
          <a:prstGeom prst="rect">
            <a:avLst/>
          </a:prstGeom>
        </p:spPr>
        <p:txBody>
          <a:bodyPr vert="horz" lIns="0" tIns="0" rIns="91440" bIns="0" rtlCol="0" anchor="b" anchorCtr="0">
            <a:normAutofit/>
          </a:bodyPr>
          <a:lstStyle/>
          <a:p>
            <a:r>
              <a:rPr lang="en-US" noProof="0" smtClean="0"/>
              <a:t>Titelmasterformat durch Klicken bearbeiten</a:t>
            </a:r>
            <a:endParaRPr lang="en-US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5288" y="1341438"/>
            <a:ext cx="8353425" cy="4535487"/>
          </a:xfrm>
          <a:prstGeom prst="rect">
            <a:avLst/>
          </a:prstGeom>
        </p:spPr>
        <p:txBody>
          <a:bodyPr vert="horz" lIns="0" tIns="18000" rIns="0" bIns="18000" rtlCol="0">
            <a:normAutofit/>
          </a:bodyPr>
          <a:lstStyle/>
          <a:p>
            <a:pPr lvl="0"/>
            <a:r>
              <a:rPr lang="en-US" noProof="0" smtClean="0"/>
              <a:t>Textmasterformate durch Klicken bearbeiten</a:t>
            </a:r>
          </a:p>
          <a:p>
            <a:pPr lvl="1"/>
            <a:r>
              <a:rPr lang="en-US" noProof="0" smtClean="0"/>
              <a:t>Zweite Ebene</a:t>
            </a:r>
          </a:p>
          <a:p>
            <a:pPr lvl="2"/>
            <a:r>
              <a:rPr lang="en-US" noProof="0" smtClean="0"/>
              <a:t>Dritte Ebene</a:t>
            </a:r>
          </a:p>
          <a:p>
            <a:pPr lvl="3"/>
            <a:r>
              <a:rPr lang="en-US" noProof="0" smtClean="0"/>
              <a:t>Vierte Ebene</a:t>
            </a:r>
          </a:p>
          <a:p>
            <a:pPr lvl="4"/>
            <a:r>
              <a:rPr lang="en-US" noProof="0" smtClean="0"/>
              <a:t>Fünfte Ebene</a:t>
            </a:r>
            <a:endParaRPr lang="en-US" noProof="0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6350484" y="6224489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fld id="{B42CB046-44F0-41AE-B1DD-030791EC58EC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25" name="Fußzeilenplatzhalter 24"/>
          <p:cNvSpPr>
            <a:spLocks noGrp="1"/>
          </p:cNvSpPr>
          <p:nvPr>
            <p:ph type="ftr" sz="quarter" idx="3"/>
          </p:nvPr>
        </p:nvSpPr>
        <p:spPr>
          <a:xfrm>
            <a:off x="6350485" y="6375515"/>
            <a:ext cx="2001935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7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26" name="Foliennummernplatzhalter 25"/>
          <p:cNvSpPr>
            <a:spLocks noGrp="1"/>
          </p:cNvSpPr>
          <p:nvPr>
            <p:ph type="sldNum" sz="quarter" idx="4"/>
          </p:nvPr>
        </p:nvSpPr>
        <p:spPr>
          <a:xfrm>
            <a:off x="8388424" y="6375515"/>
            <a:ext cx="360289" cy="150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r">
              <a:defRPr sz="700" b="1">
                <a:solidFill>
                  <a:schemeClr val="tx1"/>
                </a:solidFill>
                <a:latin typeface="+mn-lt"/>
              </a:defRPr>
            </a:lvl1pPr>
          </a:lstStyle>
          <a:p>
            <a:fld id="{ADA48181-2C78-49CB-8C52-912A07842C2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Ellipse 3" hidden="1"/>
          <p:cNvSpPr/>
          <p:nvPr>
            <p:custDataLst>
              <p:tags r:id="rId21"/>
            </p:custDataLst>
          </p:nvPr>
        </p:nvSpPr>
        <p:spPr>
          <a:xfrm>
            <a:off x="-1270000" y="-1270000"/>
            <a:ext cx="0" cy="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sz="1600" dirty="0" err="1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9108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0" r:id="rId2"/>
    <p:sldLayoutId id="2147483649" r:id="rId3"/>
    <p:sldLayoutId id="2147483670" r:id="rId4"/>
    <p:sldLayoutId id="2147483661" r:id="rId5"/>
    <p:sldLayoutId id="2147483659" r:id="rId6"/>
    <p:sldLayoutId id="214748366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66" r:id="rId16"/>
    <p:sldLayoutId id="2147483667" r:id="rId17"/>
    <p:sldLayoutId id="2147483668" r:id="rId18"/>
    <p:sldLayoutId id="2147483671" r:id="rId19"/>
  </p:sldLayoutIdLst>
  <p:transition>
    <p:fade/>
  </p:transition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Arial" pitchFamily="34" charset="0"/>
        </a:defRPr>
      </a:lvl1pPr>
    </p:titleStyle>
    <p:bodyStyle>
      <a:lvl1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41338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5412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616075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chemeClr val="accent1"/>
        </a:buClr>
        <a:buSzPct val="125000"/>
        <a:buFont typeface="Arial" pitchFamily="34" charset="0"/>
        <a:buChar char="›"/>
        <a:defRPr sz="1600" b="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slideLayout" Target="../slideLayouts/slideLayout14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2/glossary.html" TargetMode="External"/><Relationship Id="rId2" Type="http://schemas.openxmlformats.org/officeDocument/2006/relationships/hyperlink" Target="https://docs.python.org/2/library/pickle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03548" y="4437112"/>
            <a:ext cx="8172140" cy="418502"/>
          </a:xfrm>
        </p:spPr>
        <p:txBody>
          <a:bodyPr>
            <a:noAutofit/>
          </a:bodyPr>
          <a:lstStyle/>
          <a:p>
            <a:r>
              <a:rPr lang="en-US" sz="3200" dirty="0" smtClean="0"/>
              <a:t>06. Python – Miscellaneous Topics - I  </a:t>
            </a:r>
            <a:endParaRPr lang="en-US" sz="3200" dirty="0"/>
          </a:p>
        </p:txBody>
      </p:sp>
      <p:pic>
        <p:nvPicPr>
          <p:cNvPr id="1026" name="Picture 2" descr="D:\materials\Keep_calm_and_learn_Pytho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4008" y="306075"/>
            <a:ext cx="3024336" cy="3533239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</a:t>
            </a:r>
            <a:br>
              <a:rPr lang="en-US" dirty="0" smtClean="0"/>
            </a:br>
            <a:endParaRPr lang="en-US" sz="2000" b="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5DD7-AAF9-42D2-A0BC-FAC01AD5E57F}" type="datetime3">
              <a:rPr lang="en-US" smtClean="0"/>
              <a:pPr/>
              <a:t>4 October 2015</a:t>
            </a:fld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  <p:sp>
        <p:nvSpPr>
          <p:cNvPr id="6" name="Rectangle 1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83538" y="1340721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File Operations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5538" y="1340721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1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1205" y="2440109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JSON</a:t>
            </a:r>
            <a:endParaRPr lang="en-US" b="1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Rectangle 1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12461" y="2440109"/>
            <a:ext cx="28915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3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6" name="Rectangle 15">
            <a:hlinkClick r:id="rId14" action="ppaction://hlinksldjump"/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51205" y="2988600"/>
            <a:ext cx="811179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bg2">
                    <a:lumMod val="10000"/>
                  </a:schemeClr>
                </a:solidFill>
              </a:rPr>
              <a:t>Config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 Parser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/>
            </a:endParaRPr>
          </a:p>
        </p:txBody>
      </p:sp>
      <p:sp>
        <p:nvSpPr>
          <p:cNvPr id="27" name="Rectangle 15">
            <a:hlinkClick r:id="rId14" action="ppaction://hlinksldjump"/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2461" y="2988600"/>
            <a:ext cx="28966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4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8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97825" y="4055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Problems</a:t>
            </a:r>
          </a:p>
        </p:txBody>
      </p:sp>
      <p:sp>
        <p:nvSpPr>
          <p:cNvPr id="21" name="Rectangle 15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09825" y="4055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Rectangle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97825" y="4436400"/>
            <a:ext cx="8065175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/>
              </a:rPr>
              <a:t>Assignments</a:t>
            </a:r>
          </a:p>
        </p:txBody>
      </p:sp>
      <p:sp>
        <p:nvSpPr>
          <p:cNvPr id="23" name="Rectangle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09825" y="4436400"/>
            <a:ext cx="288000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II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32" name="Rectangle 15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65492" y="1923509"/>
            <a:ext cx="8097508" cy="288000"/>
          </a:xfrm>
          <a:prstGeom prst="rect">
            <a:avLst/>
          </a:prstGeom>
          <a:solidFill>
            <a:srgbClr val="EAEAEA"/>
          </a:solidFill>
          <a:ln w="9525" algn="ctr">
            <a:noFill/>
            <a:miter lim="800000"/>
            <a:headEnd/>
            <a:tailEnd/>
          </a:ln>
        </p:spPr>
        <p:txBody>
          <a:bodyPr wrap="none" lIns="108000" tIns="35120" rIns="70239" bIns="35120" anchor="ctr"/>
          <a:lstStyle/>
          <a:p>
            <a:pPr marL="238125" indent="-238125">
              <a:tabLst>
                <a:tab pos="3943350" algn="l"/>
                <a:tab pos="5924550" algn="l"/>
                <a:tab pos="7715250" algn="r"/>
              </a:tabLst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Arial" pitchFamily="34" charset="0"/>
                <a:cs typeface="Arial" pitchFamily="34" charset="0"/>
              </a:rPr>
              <a:t>Pickle</a:t>
            </a:r>
            <a:endParaRPr lang="en-US" b="1" dirty="0" smtClean="0">
              <a:solidFill>
                <a:schemeClr val="bg2">
                  <a:lumMod val="1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15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95288" y="1923509"/>
            <a:ext cx="320615" cy="28800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lIns="36000" tIns="35120" rIns="36000" bIns="35120" anchor="ctr"/>
          <a:lstStyle/>
          <a:p>
            <a:pPr marL="238125" indent="-238125" algn="ctr">
              <a:tabLst>
                <a:tab pos="446088" algn="l"/>
              </a:tabLst>
            </a:pPr>
            <a:r>
              <a:rPr lang="en-US" b="1" dirty="0" smtClean="0">
                <a:solidFill>
                  <a:schemeClr val="bg1"/>
                </a:solidFill>
                <a:latin typeface="Arial"/>
              </a:rPr>
              <a:t>2</a:t>
            </a:r>
            <a:endParaRPr lang="en-US" sz="1800" b="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678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Opening and Closing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The </a:t>
            </a:r>
            <a:r>
              <a:rPr lang="en-US" sz="2000" i="1" dirty="0" smtClean="0"/>
              <a:t>open </a:t>
            </a:r>
            <a:r>
              <a:rPr lang="en-US" sz="2000" dirty="0" smtClean="0"/>
              <a:t>Function:</a:t>
            </a:r>
          </a:p>
          <a:p>
            <a:endParaRPr lang="en-US" sz="2000" dirty="0" smtClean="0"/>
          </a:p>
          <a:p>
            <a:r>
              <a:rPr lang="en-US" sz="2000" dirty="0" smtClean="0"/>
              <a:t>	file object = open(</a:t>
            </a:r>
            <a:r>
              <a:rPr lang="en-US" sz="2000" dirty="0" err="1" smtClean="0"/>
              <a:t>file_name</a:t>
            </a:r>
            <a:r>
              <a:rPr lang="en-US" sz="2000" dirty="0" smtClean="0"/>
              <a:t> , </a:t>
            </a:r>
            <a:r>
              <a:rPr lang="en-US" sz="2000" dirty="0" err="1" smtClean="0"/>
              <a:t>access_mode</a:t>
            </a:r>
            <a:r>
              <a:rPr lang="en-US" sz="2000" dirty="0" smtClean="0"/>
              <a:t>, buffering)</a:t>
            </a:r>
          </a:p>
          <a:p>
            <a:r>
              <a:rPr lang="en-GB" sz="2000" dirty="0" smtClean="0"/>
              <a:t>	with open(</a:t>
            </a:r>
            <a:r>
              <a:rPr lang="en-GB" sz="2000" dirty="0" err="1" smtClean="0"/>
              <a:t>file_name</a:t>
            </a:r>
            <a:r>
              <a:rPr lang="en-GB" sz="2000" dirty="0" smtClean="0"/>
              <a:t>, </a:t>
            </a:r>
            <a:r>
              <a:rPr lang="en-GB" sz="2000" dirty="0" err="1" smtClean="0"/>
              <a:t>access_mode</a:t>
            </a:r>
            <a:r>
              <a:rPr lang="en-GB" sz="2000" dirty="0" smtClean="0"/>
              <a:t>, buffering) as handle:</a:t>
            </a:r>
          </a:p>
          <a:p>
            <a:r>
              <a:rPr lang="en-GB" sz="2000" dirty="0" smtClean="0"/>
              <a:t>		your code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b="1" dirty="0" err="1" smtClean="0"/>
              <a:t>access_mode</a:t>
            </a:r>
            <a:r>
              <a:rPr lang="en-US" sz="2000" b="1" dirty="0" smtClean="0"/>
              <a:t>:</a:t>
            </a:r>
          </a:p>
          <a:p>
            <a:endParaRPr lang="en-US" sz="2000" dirty="0" smtClean="0"/>
          </a:p>
          <a:p>
            <a:endParaRPr lang="en-US" sz="2000" dirty="0" smtClean="0">
              <a:sym typeface="Wingdings" pitchFamily="2" charset="2"/>
            </a:endParaRP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181" y="3810000"/>
            <a:ext cx="7819019" cy="19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1108427"/>
            <a:ext cx="6781800" cy="4835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The </a:t>
            </a:r>
            <a:r>
              <a:rPr lang="en-US" sz="2000" b="1" i="1" dirty="0" smtClean="0"/>
              <a:t>close() </a:t>
            </a:r>
            <a:r>
              <a:rPr lang="en-US" sz="2000" dirty="0" smtClean="0"/>
              <a:t>Method:</a:t>
            </a:r>
          </a:p>
          <a:p>
            <a:endParaRPr lang="en-US" sz="2000" dirty="0" smtClean="0"/>
          </a:p>
          <a:p>
            <a:r>
              <a:rPr lang="en-US" sz="2000" dirty="0" smtClean="0"/>
              <a:t>	</a:t>
            </a:r>
            <a:r>
              <a:rPr lang="en-US" sz="2000" dirty="0" err="1" smtClean="0"/>
              <a:t>fileObject.close</a:t>
            </a:r>
            <a:r>
              <a:rPr lang="en-US" sz="2000" dirty="0" smtClean="0"/>
              <a:t>()</a:t>
            </a:r>
          </a:p>
          <a:p>
            <a:endParaRPr lang="en-US" sz="2000" dirty="0" smtClean="0"/>
          </a:p>
          <a:p>
            <a:r>
              <a:rPr lang="en-US" sz="2000" b="1" dirty="0" smtClean="0"/>
              <a:t>Reading and Writing Files:</a:t>
            </a:r>
          </a:p>
          <a:p>
            <a:pPr>
              <a:buFont typeface="Arial" pitchFamily="34" charset="0"/>
              <a:buChar char="•"/>
            </a:pPr>
            <a:r>
              <a:rPr lang="en-US" sz="2000" b="1" dirty="0" smtClean="0"/>
              <a:t> </a:t>
            </a:r>
            <a:r>
              <a:rPr lang="en-US" sz="2000" dirty="0" smtClean="0"/>
              <a:t>The </a:t>
            </a:r>
            <a:r>
              <a:rPr lang="en-US" sz="2000" i="1" dirty="0" smtClean="0"/>
              <a:t>write()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b="1" dirty="0" smtClean="0"/>
          </a:p>
          <a:p>
            <a:pPr lvl="1"/>
            <a:r>
              <a:rPr lang="en-US" sz="2000" dirty="0" err="1" smtClean="0"/>
              <a:t>fileObject.write</a:t>
            </a:r>
            <a:r>
              <a:rPr lang="en-US" sz="2000" dirty="0" smtClean="0"/>
              <a:t>(string)</a:t>
            </a:r>
          </a:p>
          <a:p>
            <a:pPr lvl="1"/>
            <a:endParaRPr lang="en-US" sz="2000" b="1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 </a:t>
            </a:r>
            <a:r>
              <a:rPr lang="en-US" sz="2000" dirty="0" smtClean="0"/>
              <a:t>The </a:t>
            </a:r>
            <a:r>
              <a:rPr lang="en-US" sz="2000" i="1" dirty="0" smtClean="0"/>
              <a:t>read() </a:t>
            </a:r>
            <a:r>
              <a:rPr lang="en-US" sz="2000" dirty="0" smtClean="0"/>
              <a:t>Method:</a:t>
            </a:r>
          </a:p>
          <a:p>
            <a:pPr>
              <a:buFont typeface="Arial" pitchFamily="34" charset="0"/>
              <a:buChar char="•"/>
            </a:pPr>
            <a:endParaRPr lang="en-US" sz="2000" dirty="0" smtClean="0"/>
          </a:p>
          <a:p>
            <a:pPr lvl="1"/>
            <a:r>
              <a:rPr lang="en-US" sz="2000" dirty="0" err="1" smtClean="0"/>
              <a:t>fileObject.read</a:t>
            </a:r>
            <a:r>
              <a:rPr lang="en-US" sz="2000" dirty="0" smtClean="0"/>
              <a:t>([count]</a:t>
            </a:r>
          </a:p>
          <a:p>
            <a:endParaRPr lang="en-US" sz="2000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File Object Methods</a:t>
            </a:r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381" y="2057400"/>
            <a:ext cx="8352419" cy="2226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Operations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066800"/>
            <a:ext cx="7778824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123045"/>
            <a:ext cx="5715000" cy="48967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219200"/>
            <a:ext cx="8353425" cy="3849469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 The </a:t>
            </a:r>
            <a:r>
              <a:rPr lang="en-GB" dirty="0" smtClean="0">
                <a:hlinkClick r:id="rId2" tooltip="pickle: Convert Python objects to streams of bytes and back."/>
              </a:rPr>
              <a:t>pickle</a:t>
            </a:r>
            <a:r>
              <a:rPr lang="en-GB" dirty="0" smtClean="0"/>
              <a:t> module implements a fundamental, but powerful algorithm for serializing and de-serializing a Python object structure. 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“Pickling” is the process whereby a Python object hierarchy is converted into a byte stream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And “</a:t>
            </a:r>
            <a:r>
              <a:rPr lang="en-GB" dirty="0" err="1" smtClean="0"/>
              <a:t>unpickling</a:t>
            </a:r>
            <a:r>
              <a:rPr lang="en-GB" dirty="0" smtClean="0"/>
              <a:t>” is the reverse operation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There are currently 3 different protocols which can be used for pickling.</a:t>
            </a:r>
          </a:p>
          <a:p>
            <a:pPr lvl="2"/>
            <a:r>
              <a:rPr lang="en-GB" sz="1300" b="1" dirty="0" smtClean="0"/>
              <a:t>Protocol version 0 is the original ASCII protocol and is backwards compatible with earlier versions of Python.</a:t>
            </a:r>
          </a:p>
          <a:p>
            <a:pPr lvl="2"/>
            <a:r>
              <a:rPr lang="en-GB" sz="1300" b="1" dirty="0" smtClean="0"/>
              <a:t>Protocol version 1 is the old binary format which is also compatible with earlier versions of Python.</a:t>
            </a:r>
          </a:p>
          <a:p>
            <a:pPr lvl="2"/>
            <a:r>
              <a:rPr lang="en-GB" sz="1300" b="1" dirty="0" smtClean="0"/>
              <a:t>Protocol version 2 was introduced in Python 2.3. It provides much more efficient pickling of </a:t>
            </a:r>
            <a:r>
              <a:rPr lang="en-GB" sz="1300" b="1" i="1" dirty="0" smtClean="0">
                <a:hlinkClick r:id="rId3"/>
              </a:rPr>
              <a:t>new-style class</a:t>
            </a:r>
            <a:r>
              <a:rPr lang="en-GB" sz="1300" b="1" dirty="0" smtClean="0"/>
              <a:t>es.</a:t>
            </a:r>
          </a:p>
          <a:p>
            <a:pPr>
              <a:buFont typeface="Arial" pitchFamily="34" charset="0"/>
              <a:buChar char="•"/>
            </a:pPr>
            <a:endParaRPr lang="en-GB" dirty="0" smtClean="0"/>
          </a:p>
          <a:p>
            <a:pPr>
              <a:buFont typeface="Arial" pitchFamily="34" charset="0"/>
              <a:buChar char="•"/>
            </a:pPr>
            <a:endParaRPr lang="en-GB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95288" y="5068669"/>
            <a:ext cx="8353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Warning : Never </a:t>
            </a:r>
            <a:r>
              <a:rPr lang="en-GB" dirty="0" err="1" smtClean="0">
                <a:solidFill>
                  <a:srgbClr val="FF0000"/>
                </a:solidFill>
              </a:rPr>
              <a:t>unpickle</a:t>
            </a:r>
            <a:r>
              <a:rPr lang="en-GB" dirty="0" smtClean="0">
                <a:solidFill>
                  <a:srgbClr val="FF0000"/>
                </a:solidFill>
              </a:rPr>
              <a:t> data received from an </a:t>
            </a:r>
            <a:r>
              <a:rPr lang="en-GB" dirty="0" err="1" smtClean="0">
                <a:solidFill>
                  <a:srgbClr val="FF0000"/>
                </a:solidFill>
              </a:rPr>
              <a:t>untrusted</a:t>
            </a:r>
            <a:r>
              <a:rPr lang="en-GB" dirty="0" smtClean="0">
                <a:solidFill>
                  <a:srgbClr val="FF0000"/>
                </a:solidFill>
              </a:rPr>
              <a:t> or unauthenticated source.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1858963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pickle.load</a:t>
            </a:r>
            <a:r>
              <a:rPr lang="en-US" dirty="0" smtClean="0"/>
              <a:t>(</a:t>
            </a:r>
            <a:r>
              <a:rPr lang="en-US" i="1" dirty="0" smtClean="0"/>
              <a:t>file</a:t>
            </a:r>
            <a:r>
              <a:rPr lang="en-US" dirty="0" smtClean="0"/>
              <a:t>) / </a:t>
            </a:r>
            <a:r>
              <a:rPr lang="en-US" dirty="0" err="1" smtClean="0"/>
              <a:t>Unpickler</a:t>
            </a:r>
            <a:r>
              <a:rPr lang="en-US" dirty="0" smtClean="0"/>
              <a:t>(file).load()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pickle.dumps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[, </a:t>
            </a:r>
            <a:r>
              <a:rPr lang="en-US" i="1" dirty="0" smtClean="0"/>
              <a:t>protocol</a:t>
            </a:r>
            <a:r>
              <a:rPr lang="en-US" dirty="0" smtClean="0"/>
              <a:t>])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pickle.dump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, </a:t>
            </a:r>
            <a:r>
              <a:rPr lang="en-US" i="1" dirty="0" smtClean="0"/>
              <a:t>file</a:t>
            </a:r>
            <a:r>
              <a:rPr lang="en-US" dirty="0" smtClean="0"/>
              <a:t>[, </a:t>
            </a:r>
            <a:r>
              <a:rPr lang="en-US" i="1" dirty="0" smtClean="0"/>
              <a:t>protocol</a:t>
            </a:r>
            <a:r>
              <a:rPr lang="en-US" dirty="0" smtClean="0"/>
              <a:t>])/ </a:t>
            </a:r>
            <a:r>
              <a:rPr lang="en-US" dirty="0" err="1" smtClean="0"/>
              <a:t>Pickler</a:t>
            </a:r>
            <a:r>
              <a:rPr lang="en-US" dirty="0" smtClean="0"/>
              <a:t>(file, protocol).dump(</a:t>
            </a:r>
            <a:r>
              <a:rPr lang="en-US" dirty="0" err="1" smtClean="0"/>
              <a:t>obj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</a:t>
            </a:r>
            <a:r>
              <a:rPr lang="en-US" dirty="0" err="1" smtClean="0"/>
              <a:t>pickle.loads</a:t>
            </a:r>
            <a:r>
              <a:rPr lang="en-US" dirty="0" smtClean="0"/>
              <a:t>(</a:t>
            </a:r>
            <a:r>
              <a:rPr lang="en-US" i="1" dirty="0" smtClean="0"/>
              <a:t>string)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Pickle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399" y="3429000"/>
            <a:ext cx="6799699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288" y="1341437"/>
            <a:ext cx="8353425" cy="1706563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GB" dirty="0" smtClean="0"/>
              <a:t> JSON stands for </a:t>
            </a:r>
            <a:r>
              <a:rPr lang="en-GB" b="1" dirty="0" smtClean="0"/>
              <a:t>J</a:t>
            </a:r>
            <a:r>
              <a:rPr lang="en-GB" dirty="0" smtClean="0"/>
              <a:t>ava</a:t>
            </a:r>
            <a:r>
              <a:rPr lang="en-GB" b="1" dirty="0" smtClean="0"/>
              <a:t>S</a:t>
            </a:r>
            <a:r>
              <a:rPr lang="en-GB" dirty="0" smtClean="0"/>
              <a:t>cript </a:t>
            </a:r>
            <a:r>
              <a:rPr lang="en-GB" b="1" dirty="0" smtClean="0"/>
              <a:t>O</a:t>
            </a:r>
            <a:r>
              <a:rPr lang="en-GB" dirty="0" smtClean="0"/>
              <a:t>bject </a:t>
            </a:r>
            <a:r>
              <a:rPr lang="en-GB" b="1" dirty="0" smtClean="0"/>
              <a:t>N</a:t>
            </a:r>
            <a:r>
              <a:rPr lang="en-GB" dirty="0" smtClean="0"/>
              <a:t>otation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a lightweight data-interchange format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language independent 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JSON is "self-describing" and easy to understand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JSON(JavaScript Object Notation)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3657599"/>
            <a:ext cx="6324600" cy="1790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31641" y="1015998"/>
            <a:ext cx="3041171" cy="2641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json.dump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, </a:t>
            </a:r>
            <a:r>
              <a:rPr lang="en-US" i="1" dirty="0" err="1" smtClean="0"/>
              <a:t>fp</a:t>
            </a:r>
            <a:r>
              <a:rPr lang="en-US" i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json.dumps</a:t>
            </a:r>
            <a:r>
              <a:rPr lang="en-US" dirty="0" smtClean="0"/>
              <a:t>(</a:t>
            </a:r>
            <a:r>
              <a:rPr lang="en-US" i="1" dirty="0" err="1" smtClean="0"/>
              <a:t>obj</a:t>
            </a:r>
            <a:r>
              <a:rPr lang="en-US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json.load</a:t>
            </a:r>
            <a:r>
              <a:rPr lang="en-US" dirty="0" smtClean="0"/>
              <a:t>(</a:t>
            </a:r>
            <a:r>
              <a:rPr lang="en-US" i="1" dirty="0" err="1" smtClean="0"/>
              <a:t>fp</a:t>
            </a:r>
            <a:r>
              <a:rPr lang="en-US" i="1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 smtClean="0"/>
              <a:t>json.loads</a:t>
            </a:r>
            <a:r>
              <a:rPr lang="en-US" dirty="0" smtClean="0"/>
              <a:t>(</a:t>
            </a:r>
            <a:r>
              <a:rPr lang="en-US" i="1" dirty="0" smtClean="0"/>
              <a:t>s)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JSON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err="1" smtClean="0"/>
              <a:t>ConfigParser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6D8B4-77DF-47E2-8147-84FB9A68446D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smtClean="0"/>
              <a:t>Binoy Udayan, © Continental AG</a:t>
            </a:r>
            <a:endParaRPr lang="en-US" noProof="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95288" y="1371600"/>
            <a:ext cx="621792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BD01D-DDDA-4305-B20B-A0EAC061D535}" type="datetime3">
              <a:rPr lang="en-US" noProof="0" smtClean="0"/>
              <a:pPr/>
              <a:t>4 October 2015</a:t>
            </a:fld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noProof="0" smtClean="0"/>
              <a:pPr/>
              <a:t>13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 err="1" smtClean="0"/>
              <a:t>Binoy</a:t>
            </a:r>
            <a:r>
              <a:rPr lang="en-US" noProof="0" dirty="0" smtClean="0"/>
              <a:t> </a:t>
            </a:r>
            <a:r>
              <a:rPr lang="en-US" noProof="0" dirty="0" err="1" smtClean="0"/>
              <a:t>Udayan</a:t>
            </a:r>
            <a:r>
              <a:rPr lang="en-US" noProof="0" dirty="0" smtClean="0"/>
              <a:t>, © Continental AG</a:t>
            </a:r>
            <a:endParaRPr lang="en-US" noProof="0" dirty="0"/>
          </a:p>
        </p:txBody>
      </p:sp>
      <p:sp>
        <p:nvSpPr>
          <p:cNvPr id="17" name="Rectangle 16"/>
          <p:cNvSpPr/>
          <p:nvPr/>
        </p:nvSpPr>
        <p:spPr>
          <a:xfrm>
            <a:off x="609600" y="1143000"/>
            <a:ext cx="7778824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/>
            </a:pPr>
            <a:r>
              <a:rPr lang="en-US" sz="2000" dirty="0" smtClean="0"/>
              <a:t>Write a program to copy the contents from “input.txt” to “output.txt” using file “read” and “write” operations.</a:t>
            </a:r>
            <a:endParaRPr lang="en-US" sz="2000" smtClean="0"/>
          </a:p>
          <a:p>
            <a:pPr marL="457200" indent="-457200">
              <a:buAutoNum type="arabicParenR"/>
            </a:pPr>
            <a:endParaRPr lang="en-US" sz="2000" dirty="0" smtClean="0"/>
          </a:p>
          <a:p>
            <a:pPr marL="457200" indent="-457200"/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endParaRPr lang="en-US" sz="2000" b="1" dirty="0" smtClean="0"/>
          </a:p>
          <a:p>
            <a:r>
              <a:rPr lang="en-US" b="1" dirty="0" smtClean="0"/>
              <a:t>	</a:t>
            </a:r>
          </a:p>
          <a:p>
            <a:pPr marL="457200" lvl="2"/>
            <a:r>
              <a:rPr lang="en-US" dirty="0" smtClean="0"/>
              <a:t> </a:t>
            </a:r>
          </a:p>
          <a:p>
            <a:endParaRPr lang="en-US" b="1" dirty="0" smtClean="0"/>
          </a:p>
          <a:p>
            <a:r>
              <a:rPr lang="en-US" b="1" dirty="0" smtClean="0"/>
              <a:t>	</a:t>
            </a:r>
          </a:p>
          <a:p>
            <a:r>
              <a:rPr lang="en-US" b="1" dirty="0" smtClean="0"/>
              <a:t>	</a:t>
            </a:r>
          </a:p>
          <a:p>
            <a:r>
              <a:rPr lang="en-US" dirty="0" smtClean="0"/>
              <a:t>	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smtClean="0"/>
              <a:t>for your attention!</a:t>
            </a:r>
            <a:endParaRPr lang="en-US" noProof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Thank you</a:t>
            </a:r>
            <a:endParaRPr lang="en-US" noProof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042F8-CEA3-49F3-B751-D92902D0DDAB}" type="datetime3">
              <a:rPr lang="en-US" smtClean="0"/>
              <a:pPr/>
              <a:t>4 October 2015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A48181-2C78-49CB-8C52-912A07842C2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 smtClean="0"/>
              <a:t>Binoy</a:t>
            </a:r>
            <a:r>
              <a:rPr lang="en-US" dirty="0" smtClean="0"/>
              <a:t> </a:t>
            </a:r>
            <a:r>
              <a:rPr lang="en-US" dirty="0" err="1" smtClean="0"/>
              <a:t>Udayan</a:t>
            </a:r>
            <a:r>
              <a:rPr lang="en-US" dirty="0" smtClean="0"/>
              <a:t>, © Continental AG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6121480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AGENDA_HASAGENDA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BULLET_IMAGE_BINARY_DATA" val="R0lGODlh4AHgAeZ/AP+WAf/Mk/2YAP+vOP3guf+rMf716vz///6cAP725f/VqP6aBP2rMP/fvP/Upfz++//nxf7q0P6YBf/69f+yQv+uMP+1TP/8/f+wOP3s0fyYAv6wOv768v/Tqfv//fvVpv6yRfyZAP+YBv388vyqMP6aBv/UqfyaA/+WBeGaAP/fwP/q0/+ZCP+0Rf/6+OKYAv7KkfyuMP/s1P6cBP/29f+4U/6ZAP6ZAf+YAf+aAP/+/////f+aAv+ZAv2aAP7///+YAP+sMP6bAP7+/v6sMP6sMf6aAP6ZA/+YA/2aAf/9/v7+/P+tMP+bAP6bAv/9///+/P7//f7+//7/+v//+/2tMP+bAfybAP/++v//+v+aBP2wOv3++fyaAf+bBP7/+/39/f/+/f2ZBf/n1v79///8///9+P2bBvnXp/v/+v3Xqv/37P39//78//2vOP/Xpv79+//Vqv2bBP+XA/+xOv+aAf/++/+3T/+ZBP2bAPqbAf/Ur//QmP////+ZAP///yH5BAEAAH8ALAAAAADgAeABAAf/gH+Cg4SFhoeIiYqLjI2Oj5CRkpOUlZaXmJmam5ydnp+goaKjpKWmp6ipqqusra6vsLGys7S1tre4ubq7vL2+v8DBwsPExcbHyMnKy8zNzs/Q0dLT1NXW19jZ2tvc3d7f4OHi4+Tl5ufopRQFBUEFRCDs8vP09fb0TAxERen9/v+CiggcOJCJDT85gPDwc6Ohw4cQI0p8iKTHgg1MCugjwoRCkA0AQ4qUxg5DlSJBBhCxwbKljRs9fPDoouWGy5s4c+p06SdJDh9GfPgI8TNHAQpEBrBLOrKpU14MKtTYV6AIjhA4gCDAoRPJkRw4klxZuLOsWZZ+DiK84afHERta//wIwPGThxEeQTDkdfe0r99U74hUJWLET1g/iG8cORJCLeLHfowI6GFDAEMeODJr3sy5s+fNTnLcuPvSDxDGPkRoeMlVy1sgSG5UGRCEY4G/uHNfUhqESRDHkIMLH068uPHjyJMHD8K8wAAGuqNLL4RhaYUbTSrjUM69u/fv3ZsAUbpuwPTzTgVGLfDyRogbQngkAU+/vn3uThD6EZKDSJUgVViA3oDmUBBDAb4Z0cMNom2HWUNc3SfhhBLiYIQQfhzRgxE51MREBUWYR+CI2xTBxBZFvOVDQvxZdgMPNiCBAIMU1mhjdw9mx6ENOPQgxA1AbEBESiQWKU0FBVSBQf8IfmAWF0NAKOaDDRy2FQJlN2appXBNOLGdFUAs0IMfXtwgghYCiBZiBRUIaOSbxgyAwZA4CLAQW6YhZpcNOWQHxHZHOEHUloRuCUQSDTkRY2k2CAFEDgeZycMATGDAD5yY8tJOkjjwACkPQODhxA1OvMWWlzROGRMQJTxZ6KsT3uDDo3HhIJ4IfPqwXQk2ZIfQQUUQQQRImRYrywbMBQHrsswym4MfGBFr7LSAMdfstdhuCR+flppI7behUMoEE/Fla+659y3UA11NGBFEEc6BKy8mHymLGRJdoKvvvspRBukROMzQQ6j+UTDvwY9UkE8QCeVHI78QRxwcEGck4UP/bAjFdGFS0CHssSFEUFBEmqBihsMVeLgq8cr6+oCHH1YAWVMXlAGhhQ3ddvzxwW4wUICXmDHkoh8zsGy0vndpAeqYC4UgxJg2LMBVbUzs/O07RWzgL48H5dcEdgIccfTY2MKIg0x2JoaDCC0ixAMSGRFhdaZMEFGBD2TnrTd3yc5dZIgperr34IQT546Ifk+3DhNATKnFs4VHHrkQQaCYuG6+MeGHFlfOOqbkoO/Npw1FVGDw5U9tMEARQtjAw7ZACIFE6LSTvYAYVuSQw7uIo/4PBky0kINdo2bWpA141648yxYSzRYTRejsOzrsANHrHCw9m/YCkC/v/b6x56Do/3aQUj29ORsUcJ2CNsx3AxJAMI3n9/SfKxNCdDU6PNzvnB8OipqrnwBr1zf/bcMC7WjSABdIu3cZMBsYYMBCpsTACkruXUF4IDWCsA62wKd7Fgxh3sSXvtNpsBntqMKLDpIEGwBBhDAkGw4qwgMQnZAZITrIW7YjhLPF8IcsuwEC/jSeFkjrhsRAShB8cASbjElXVQKiFPl1kJvJYVYYMCESg2ESwySkBz/hkQDQMsUynis+c8hBmsQWIultcRfJMqMcCZedKmjxjbhAyRz3uDcRPKo2dMDjLfIxAD4akmw5mAOTbsAUQc6CAUyA0SEnybImJA9GGHTkK1KCAZuIjf+SoOQXEuCSlSO0rgq30eQqKhCEmPhhAS8MpSzPxSMM9QABfkDCHDKnSlSEqAfvocssh5kt17HkCp9qiB+S1EtSvKMCrkuIH3RFzGouywZXekkO8DAaP4hAABZwYzM5YZLCWPOcLCvgODdRBAoADJ3wXFle1pkJSg1ACF+Lpz4hVgW50bMSeVGQGvdJUH31ACVH/KcjUAIXT/WwoBDNlhqZ0DuFKmIAGNEd/oQY0Y4uKyxiq4pFF6E+I8gKfziYgzk9ylItwciJDLjUSA2xgRiwZZQ2aGKT5tfSnlLIhS1pQhWqNlNC/IeMPk1qs9wBgqL+AV4o8IFllEpVZmVtpkX/IAGknrWAqnqVUHzioEKTVIAchMCh2/mqWm2EAy8VoQr0HJcfUGDMJuZnrXiV0E9i185xWmpKK8rBEazgqLwatj5cSQgOPtJL6CGAMpb5kexAeNjKJqdXyAtNEZrqSAT5wC2IkZoTHsVTy5q2OHjgEVgOUoCE3hBBnSrBaWdLIXZkEIl3qAIPfNAEYNL2t/W5QRJQ8toqDGxd1gOucr3DA0f1RoMIKpkPboCDTy73usfh0LogacBxnc2VusMQdsdLHBH0RFfMOd9fedAEHDCIScAhr3zTEqokDIy4qHNsD0owMGGuaL4AZsgQESKEJMQrcZ4FbWNMOboAz7chNhDB/12oW4GKegy2PJDttbQAhD+9CFIO7mh/iPqx3O62t0xq1op6mIMr+CTEEbUvOz6WpONmJb6vel9OgSAHGIsYAQLw58Giq5DpVvdas0OADXrQNB8XlLpeUMnBvPtZvIX3WnhjcpR06uR9xih2tZHXetv73rSU7Vc2wXGXrWkEsflACwXAwLf0y98/Peu/zfrRAkTAgzHVYc36VJARXGiFKnC2WAkW24JbB+JmiUABUCCArUoDaHiOMj+KOgITXGukKqRFzdlCwgd28AMqEIC6PBCAFqzgIpuYeSGiqbQs+YIpqEoVYj6Iww6U8AQp9GEFPsCe63SFhBxQ5gZzAEJoZP8dyoOm0khZ3eorIWaCKeygD32IwhP6EIGwQKrYPcDDimTiQmaDcj4Z6XRZz5qDh+4rBwqYwg/KUOowDGEI3K6IEWKDsrTM4HXmpmQTwHLbEdGGrjCyK79y4AAdRKEPO9gBvn8QhR/82gmMPsi/lRbwSfIgNBaAK4FqAM3ADraw+7rBHg4QcR3oYAdTGIIOLtAHi4/hCEm4WYe9AOqOT3GUh6pCIAeEgbREFj7F5lcPHHDtH7jc4lHYARR0IAWKT0EGbY3MT3xuyBfmQAM9CBl6aKMW0ZKWX0bQtQ4OAIWIS2HbfVACxK+thB9EgAU8Ki3Xy6iFLuABUjcQyHRM9L7/sd3ABNhOvOIXr4Ql6CALfciACF6kalYzxNUHgbXe987AeeqGOWE0POIXT/rE/8DXT/jBDjIQbJbsdobGfkmyl815GMr0L3Lik5mPdvjSl14HU+jDAbTNBR1w29sxMra461Lu2otQTrlhghHiIljR+570S7C40yEOhXvne0P8fpkN/r155wsQCFWowF9+6Sn3Wv/6it+BDpbwcChQ4QA1r/jFM040HnDc/BbkE0xwaE2RRfwBFmnFe6MHf9gmc0sgdcD3BDE3czXXBzeXcy4EBDwHgBYUEzlweyKRJEfQBALwI3OwEArIgIrnAUpwAKrXB1CQbRBYdVFwdVnHIcnD/4ELhCg4gCROQRjuhwMIYFLvp4JYYHwy1wdDoARvh21yF3FxZ3d45346uEAWggRCMCQjUTqR03sq+IWK13iPF3mTl2qr1moHkXlrUYWEcxArcgTBEhIV1nMpCIZ2WHOop3qsJ2yvB26yp2yUxYZj4xNGUCc8IGT9wBxM1oULeIcMCHzCR3zG120+kXzhNm4wEkuCmDe68joJsQ7/MADAFIh544WOyIDZV3PGJ3XeFwH6Fn7+BnCbmDfG80KKIVLpwAAYMF2aODimeIrXJ3/0B4P3l38WtwIY12Abh4KzODZU0gM1USUWNg7jwhYJSDi/CIyl54AQOAUSKHM0Z3M4p/9zGkiHzbhwWLEdn1UFLYAOEhQ1W1c42aiNpMeCLnhtMRh1U0eDNpgfOHiOY3MVs9MeLyF25ZBDR/BC17g380iPiXeESoiETAh3T0h3Uph3AHk0BxEC1mM91OUH0+gN1lI7DemQjiiGkCd5lHeGl5eGChRrGYku2wGK46AsylOSJnmHp9cHqbd6rTdssHdss0eKMcksjwIErCQOvrE8OJmTXwiJw/cExXd8lQhuy0duvViU11I8AgCC3OAGFOA9TemUqKh9q9h9+OaK4HcD/TZ+sqiV2HIVaqQR4MA4YtmIZHmHwlh/xUhxx5iMILaMcJktN8YSQUCA2uAz3zOWeen/e9w4dd44geFogeOYgRs4mNeCFlxhBF6JDQZhjr6Il40Jhvb4gvk4g1aHdf4Yj5jJLDHyOnThQNtQABaAAObFlKI5mgwIkUm4hE0Yd3MXhXeHka2ZmbrnA+JUDSLTVuXHiLr5nHHneCk5eZP3NTGRPz8hYTBZnDYSZtlQAAoyVbgJnc+5kz2ZAe41JrLiBQJgjXwSO/PBnTaiF9iAAaJ4BUewUiSZm+TpkFApiUsQAXhSfV+CFdbDjPI5ITggZ9cQBIciAgl5l/3ZmKm4fVInd09gADDgBGM0GtUHTKCZoNyRAwxQcNMQLEnwUNa1nxOal3tJjPjXB3DgdAYQAMbj/0TtFqIimhxjhCDU8A4M4gNdFZ83yZ8teoqPGYFSsAMHkAU6AAU/kAAw4BWjtSIIuqOIFRQkFg0VsC6q9h4rSjuMeaSk2YKm6XI68AAwuARKAAdS6gdNsBifg6X2cSFws6XOgBFiwwNMojIsSqYmyZsSSQVDIHUuCAX69wM1yhZESafckRWOInLQYJMLNKaASpZUIIM7oKESlgQAMxpckSva2ZxYyhgNUQQM6gyzUUGWeqk5aXFU8HRLIKXbMSN+gAdEmFjw6ajE0RhG8GzNQAR3ValG6qqNKX/XFpw7kAABwBJzwCAFemNXyquacRBJ2Qxkx6rFaqxkuQMPt4ouh/9vHqChXSBYHio2IMqrwmEZfIoDd5QMILAApFqk3DqhZPCA2dYHaxd31zYEGgoWDLFkOaquwbEQ22EDwsIMvTGv9Fqv5PmAO7AEHhAFOmBx8qcDShBxGkqljTM8BPsY2JQDscEjiIgMRAAqFtSqDnuKFfutShCDP+B4D9cHbCAFbgoDcCqnH5sYVAIWMJJuyVAV2BGm9aOyK6uNbdcHU+B4pAZxxqd9i6ofO5sYiFGIPlCyxUABYOQ62nq0R5upUbepMNCpn1qI2ZMaHMKwWil4xyAkeCAEXEasXruysCqrtOoHtoqr7skiRJqgRoEMRbBaG9K1c1uvyIptULiszWr/A88KsFZgoFy7oz0Ykr4gGNPETWobOkZbuC76rU6rA+JKrubKIejaGFjaEHgaDBSgWi7JQJvLuU55r9f2rfiXsUr4r9uBo62DpS60acSwD2lhSn9CuLB7qRArsRRrsS6XsWLLsVaKpaBiBVjrC3ZZiE1gF8RbvGTasvr6sjUns9hWszebsxqCpfEjAAOgfsEgJE6APZDTtwL0utrrlEm7tC+nvBWoqAHAqLxbiDeQurxAqTEkv/M7oWCrsWNrBJ7qXmYrqmkLkNWlEMgCDKgkRQRcwORZtxU7qzBQq2yht4bxngV2jtYzRB8IDBgwO0B0wRj8nIerrMzqrNAKM5A7/61VSF1A0AQGpr68oBIp9kMs3MKj6a36+rmhCwPl2kSkayU6uncUhEtC4Aa+MACTYcHbKsSXKrv5uq+2668wALC628Rc9xLrsh08vAtFMKdAfMVYTKbHO7EV+7nMu7GB0rE2rIMLIhTCBSCaUgBwa8VtPLfci7EwC740a7NvGqfl24w9ywMvIwbAigtMYF5iLKGBzLn1y7T4C7X7K7Wz+EnZAwTDogsAwhV3nL2XLMQHLLZky8BcgQM/QipCMCocCMCzELjTNUVBnMpkqsExe7d5awROIBN/QhlqXHszhgsroVqAzMtY/MKJG8OMSyOu0xDKtpCclwRnTAvx4DbYHP9Cu+zME0rE4Aq6fTCuSFx9PoAo3oQEOWh+Q2cLBWBKntTM4ozBWky7/Hq7X6whRbYgldxlOZB+tnASPtQj9nzP8/vGySvHGssHaNIDoxI2OogHkjoLAyACOZAEdTAUCa3QxTvI3huzDhe+UqADE/AG7JK5siYrtuwKRJAd1BUjHw3S85vJ9+u0iNsHHPAGIkCF5pcDC0BrsjCSchTONu2w8pcFSzoBDjA7dCEUYJGQTuATkEKEXZYVu0MLAmxGSJ3U9foE1/YEURAFIxAHx4YEsCwTYPETUL1mZ3UDBxYLXV1GXw3WrupwMcuTShAFSkADcSAACoIVSLBGY5Kia/b/IDZw0a7wH3x013h9qTtABUvga31wAUy6BC7w1LPTOjjwtiyBS1ltUjYQya3AAIYE2ZF9pDvwBPSHsfhW0kyY0hgiWM11nYDGOU7wXLBQAanNxqtdvFmgf8b3gE7n1xC3BBNgAhyGPM+iYU7GI2JzBKnaChSA2o8N3MGNyYi7BBAXBVTwADsQBix3bTvAAQpwA6wmAu8MY2yhZFv9CkVwSKq93RmsA3AQrtpHBXQXd7H9AxygBoUtXl3WQku2BaadCgbx2/Zt30vd1E/tRVIdwVWtO1Tiak2SPwHtUSxBXXLtCkjB0imr3Q2eymLNk2V91mm91u3n1oaBGCyy4R41/yt3wRDTewpFYARzwOAlvtp67d1P0Nd/HdiDPUOG3ROtcxAvhFSGxbp8WmGt4GnfrMsk3uNtPNmVjW2YfQCazdn7wSOgbQNA9izSJuMQ9Tlq3RAJXgpCIknZbeWR3dqvrQSx/XCz/Qa1fQS3rSvWsyIpZuYFxUS3BB9NYKKoUFbxw+NwntTDbXHFTWoO94TKzdx9/txy4UKhCugEpWzvsUIvPQoVkHWKvuggHYPJ/d3hPd7lDXHord4CwN54414hoCiavk8lcCVgkQQCQNSnAD0xMuU1TerO7HT5Dbr73d90rq8ALuAl6EJzkQJJkFyH9TguyRU3LgpMMNMijsrC3v/j8kcFEI4ESPACKcAa26FsVn3hlXXtoVAAQNYWo97tPf4DTxDHUfAFI4AGL/AC7CUAw9ziF/Pih5U+gIEQVnAC8S7vDS4FDwcHjqcDHvAEgD0aPZAmhS1Yh03geWUD2zwKICB9KXXMXl3lCi/OPzAES4BvvtZ4fr3Z75OiYJ7kom1YTkC5n1AFaaJkp7zCJF/yvJzfFOdyShhx9MbTCoBLtv001FRZ1U0KRMAgqkbfPe/zlzwF+sd9yBqrZL0Dy93c/wXdhkUBiCkKA2ATXjBJ9U31c7sDZPByyBp1GfvwFHve6b3e7b1WZtWZnzAAVdBe4lbrlqz2221xcKAETyv/BUNAcXG3pPhXsQE+4JWl5qagOWD0IlIv+IL/4Fwf4VG9IhSe7ljtUQLQ9KGQ40UTFzu/xpgv+CdO1maN1i+h1kLA1lH91h7FIK1VCkVAZueb8Ksv7D/O134N2IINTEaO8UjOUht9wqOwARggWLGhEL7/+6SO5Za95V0u7l/+2TLfUgux5pzABKvlA1awW9NP/VYu5xSb7LItBbSNEHqu9MAeTzOCBx3vCRsgsPOhBfMPCH6Cg4SFhoeIiYqLjIg3Jn2RkpOUlZaXmJmam5ydnp+goaJZUT99On1LOz86UUp9O0sTJlpANj45fiWNvL2+v8DBiTc3A3/HyMnKy8zN/0FCfjZneDw2wtfY2YqPot3e3+Dh4uOZUJGxsFFUDzthBzs7sBwKN1YCIj7a+vv8wFY4TogUaUawYDMmN3j0AOLDCI9+ECMOg0SuosWLGDNuYgVHh44hpn5QifdKyZBTPzioQSIAmsSXMLNdQWKNicGbBoMEickzJjeNQIMKHXox3pQ+WKI0EGGjhw8etnAAuSGEWDQbOHpqlZijRw4kFXCKZUZkq1l+P4mqXcu2LSUwfX4MQTWFQI8btprcOCJIQI8mPaydHZyNRw4BSIiMXYyMAuHHwdK6nUy5sjgdB3QoQfUFVpsGPZzYEHLLSQ8cQqbyhcyal48bOWzYZLy4QP/r24skW97Nu3emKKfMwTm5REoDvn9t5LjRY0E03NAP2QAg5AgRCrTH2o7OXZBu3+DDU0Yld9IPLDpU9SGQFUk0IThwNOnevUmOEDySzM5uEMR2+tB9J96ABAYFhRnxwLJKJFHsgIoOO6hwQxM8GOFHbAByZwMefnhhDH8GFZFPhrgJWOCJKIoz1wFzLfHgAUrEAw88P6igHA9HaEEidHqchsB+IDrz0I6tmZjikUh6EgUUqCzByjt9KAFcXJpRAVIDOChHZGs4GOFUMUEWhIFgWz5mZJJopumNUUgpxZRTUGE1VVU3XJVVmfzYYINoPhDxYZjLMDAfnoSdqeahiG7/ApdcdNmFlw16reYXYGQSqg0QeNziFQaAMoOBe5aeZWiipJZ6Smab9dHZDp+FNlppp6W2V6jaOAEECz7wVUWnylAwABC0mjWqqcQeCpwOwhFnHHJNKMecc5UGCwxUAsR2g2K8IlMBftJqNWyx4KZI3kmSnJdePOz54d5o8Q3abTA5HPEUEAVkiwwIOSTxLk/fhuvvgAcmSCODDp4S4YQVXhjtvo1MCBAOAlhg7zE73cmwRP3+q3FvK7b4YowK0mhjDjjqeHEveDThZQ54MDDxH0EYdjLGFG1sM4pLNvkkSVOyooSVP2Cp5cyN5FJdNFX8yesArxENUcY3R10gm0kt/9XUvHJSZZWeFjsdxMREYOg0WjVLbfahi87VR1135TWrH5MGNvYgX9tLAQ4azL0P1Gf3vRtmmnHmGWiikeaDaaippnfdvG5QwD1668O335RTdmyyqSzrR3LLNffc3Ix3GkQuI0aOzeSVp07UuOahp16668In3+J2+6BFCKZng7rqvGsU8DkL9tHggwdTaKHYY4cOKBOxrZa7MLv3Ln1FHaf3sYwz1nhjjrRnS0QIRwD7PPRlT28+WzmnsnOUPVd5ZZa5gG5vEDjw0PX4vkR//v5BUe3m1XGSitbqxDVLBQFbnaoAD0KwMPw1rHz8iyBv0taotkHqbXFrIJEQCCgQyP9Hgw7cBgQlSEK3AC5Vq2pV4WCVuLcRioNhGgAexBfC/I2whDhcy+X6MJzMHWdzzeoctEIFwyBVwAYnKF0NH5jDJrKFdeVyHbra8552ETFbBUjIEm3oxC4O5XcKMoXwCgYhCRlPYVfsVAGYkIQbmGyLjNCfF+eYieq56FQgm9EqRlayNC4PCTkgGRyZSMdCViR9TsIMzyLhM6AJLX4v5FUWCzjI3NzQkJjUiP+WIggt7MUGN2hKEo6QJUHo6zZF5M8ksVJJS2bylUSh4NoIgAcjAMEIFgICDgLpBxzg4Sm4SWV2Vnm/VhZCjrBMJiZOKLgn6AAC8amFFeyXBCQsgJT/kGSNMGlDTGNORJngxMgO4QCHWPwgArFxQhLwwEscKREy22RMN715CGSG855QjIQOpNAHKvQBChngUIWcEBsatiaetQklK+lpCHveE5xgpNEU2CSSIaxgcznIQ1dAaBaEakehxWSoQx+aTDuiop9PcEV6lhCJCIjgPp4MpiRBytCGXpKkOP0Nk9SHGSno4AdR+MgP4NGgJURACxzt6EwpWdNBjDSnUJXER55AhVZkQAJGwMENLFQn2PjhBg2xgS5fUi810rSpTr1pVNcKClVEYQoQGgIVZDAhEeirB3DDBRL4AsqXeFQs80TrV9XK1sJuwkEXWFsfniBGGWTpCL+0/0E1mFONU0YEAwMBVGDR+lTDPlQHHogLLOKyBA9ISQamiUYSvJKlTMEESCDabFM769l7guEJE+1DGMToTCzsIAJz6JAPhOADJHALYy7T7FkFS9vaKvMoQ3DQAYCDBVigYgjvWIEInCAAIByhCSGVHGxVuVzOEta56D1FFE7CjlLMiElTsIMBAuAwPBzBJRLpwV9vItuaNje9mYzRDpQgBShshgpPgEJQDQADJMAGNkbQU50kkoSwKJep5gUwgNHTB7UNgcBPiMQr4HGA6s43B0LIZk+KAAKzYni259UwTk17gKH+c4xMkgJQh5AA+uIAAaU0i/JiW14Yyxi9LdoBfP9xO5fEmmIMTQBAPgRA0PC+RGlB6q9IY3zkcDpoCcCBAhUOEJdS9GEFToAPD1LcEgFYWSLYcfFCmcvlLivTSVSCBRSGcJIIIKEHRnBwYGw5hyBvZcjkfbF/62xnWOrgKNN9AhdQEQEcJCE2gATCV3yQBKYkFSJYJrKit9xoz/6An4zdQQZ8MAc98cAHOEDCQ2wgASGobDDjTfScM1xqtirBRVnoQwZEkBABaMEeX60TZKMi2bOEmj9FSMhWBesdRvf6fBz2MIhFrKAonZMFWJkwgPZ7Eybgwc14pfZ/r30zGtvYHA3KMVCn4Fgn+MEIOXgnd8htkALsyQYCoPZg2V3/yCQveQpNFu0YjpAEpAIBCF74NDx5RQSAu5DXBPfil8M85jKbAs2kwdAMeKCFIY17aSKohYoXnfE54pkVeuZzH/wMaAdfgUM2GLm46cPvghSgCIEJuLqt3XLVPboPkZ70zC2N6a78Mt/VMGh3ei4m97gL40Vv4qkXO9RVt1qysAZkYG4wByAQlERUJ0gQqCFxOK4768X6tQ6CPexiHzvgxLCGNR6yHLRnqwh6EvjA4V65bF9321HqthK+He6LlbVTgG+724lOeFO5Ox7wVvI+513ve+fb8X8PvMDfXnnxGPzRTNaBk/uw8IaLFeKS31HamxF5wZO+9ODZ+D87DtSP/6dZOdYYeckZFoTHA6r2o6c87g/1clQoWeY0D/QNbh4NnRPfXsgf+vLPdvSkU5rpNhD7058i1uuHPvZLvP32ebP1VHvd1WHfKNnNvnJaIRpE2afz+qUmd7oTmwfGhmx59xx8t3PScn/8AQJVkFXJt3+HYngdhngjRhKMp1WRUyE+AAQ9wAM3kGtG1ANCp38OqCaXd2Pxtnlv1Xn4pm8zI1l4cAbWIAQIyB9H5DxYN4JHcnpTkHqr13oOB3uRgwM6cmmBsQETMzroF0Lqh4PjoHtiRma9d2a/J3IkZ3Jj8xRW4ANYkQMeCCJMEIIiyIRH0nwx12d/Jn3Ul3MceIFTsf9XOYABRmgvDPB52ieGR9J9USBp33dp4ed0uEB+Ukc0fjEV8pFZ9jIAyHODdlgg7dd1rAZ/sSZ/ZXd2evMQOjIDRmCI2cIEBWCFRraIKNJ/wvZ/AYh3oUSAF2KATsOBXeEHXWhElqWIoEgU8KBPi8dSAqYqFBgB4GaBxpQDzrFafrArL0ME6RaGs6gWO+BMjAVXDtJx/sRP9AYQnseCSxQYDCECODCDXqiKpJaMa0FgNQYHkfAE/LRYWDASEcBwPxhx3lQtCeEDFRBnE8MA3khPSwiOHbYDVOBbJ6EO5LIDK6BQVDh8xqQneoIHrxgkTGB7yqePobAZ5Ehg0cUKQ6D/Am7mB22UhtZnTEBGE0DwbJCHAQ0IkUNRYD4jBfCgAwQwXLngBHjQA+MXdd5kBMRADJzyMsdQFnVokkHhIh6QUnPRAH6ggQJQJ0glifTnTUiQKQmxkFlWkj4JFD8lCSpgafkBBA9BExiyd6noTfmSA7FGjDr5H7I4lZxQi6eweNflEdEVD6xAADRhP4J3CPaDbxsAlbEllWjpCcuoA80IIaaQBXDJT1BgF1rQI8dVl4SAAz5wGhKjkzvJl33JCeL4A+S4WKhwAFIQVEHTS0U5Q3DDmIVQQJr4MgWwE8hYmZsQXf24A/8oF+RCALERcGKZVQhwjKTZS3chBGQpmap5/5asaQkSGSVSEF2SIJfxMRqhdASBFAKgspsK80vGp5PB+YnDuQkoqRkqCQ/skWI3AD+75AS4YHbSKQjACARFoJdBcp0sl52bAJRCqQOg4QekJFmxUXahlC+kcZ69dGmztxg6sZrwaQlVGQlXeWmh5AQPFg1HoHen6J+BkQPcuDS2IFn140352GVqqRkwNxcfUYtxOZdv5p+GIATwYWGSiQwFsABZEica+pDL95eBuSCEGReGiZiK6Ykmqgi6xAQksKLJ0AKchhU8wCHGtKEydpmZ6UxI15k/RZRZgSnAAoY9qghaWJ0rygRbqCkxWpmu6Y/CI5uRQJsAdyFd8mO6ef+liZAVp7mibkABWDEH/ZmkMop7xUmRCbIeSLCcVWEDznkf0cmmiXBfOSmkyFAEOHAFN7CYlaSkGradBDYj37kc4pkD5JkD5kmoipAETVChmwhrWqAFJYo/kApg8rle9IlX92kYNqCfypEEdcqpiIADMdBiiIoMRFAF1mCTX9qXB9oHCboce9KggAqhSXieOCCSW0oTfmBvdsqEHcqWHeaWIsqSJEqr4pWrysAAeDU0rXSqXsaMP+CMg1mY/6SjPeCo2ioMBaCliEoEC6Av91hD4gpOTFqOmwmlnzmlomml7QoM8IqoRbABuWAh0TqCYQqbYypz61GbaIqbaxqwvwD/qi/DBLjAo1t0r8qUp8e5p8qZJX8aqNBJsdcwsIhaADaZrGPDsckkqd25A5UansoxnuUJrSZbsYfKrcjAAPlQr0p4p0eWqkPJqi+an1MRq7Oas71gscVYBRM7eTgYrMO6oMb6oNEQoUzrC057sV/1q9dmkQJzCtUaonCJrRi6tfogFSVgk05QBG/Ks39QADMAsBsrtDgFBbgVCUxyrjiarj2QmOuqsWr7C5I1iLIht8wwAAWAs4+Ktw9VVaGlBFOQh/vqmVIamlVauNngHuHpBwqpuMxgAaU6Pi4rQUOwBE9AHD8ABWT6sGd6m2rKudggL5tjA1XQtTpZBFc3SKcb/0GYgV0OUgYg26ci25zPOai0+wtZQay6q5MUwABg22tjVos/pQoze6mZuqnLCwxNIAQCUAI2oKKiqwzuKbXsNmAQwkj12apIu5+yyrLLiwfE4AMDEIflqwxFML2lJldOMg+2QqwM2nfHmrXyu7x6IQg7m7/IsAFVEEg9gAS4kH6Q60TI4gGmQC6Z0WGpsAMTNQEKYLsI270wYW84cAQxwMDMoEC1QBoLALRz87tS8wSZgR5hcBIxogp76gIdAEhfBYAk7BN+wANFQI8qrKsPmoEPQbiRI8Nmw1Kp4E9K8AQ7ACNLwMN4JQRaEHBHwMRBXCt1sgVHvAxMICJy48V64//EN6MDaYAsQyUjx9kHsyAAnKYybVQN9ffF+sAhIcCecvsrIQAffmGvFZxD1rO+F+BPOzABHZAEMsMD7iGWyuEcehwRWolZY7wM6+lJU0rInqUZQ3As+8QBHeBmCKAXYIUDIjAVz2q3lVwYAvCbmcyiQwwbyvs8ahw18QBaE/AGExoCp0EVONIh0ZChr9wPWIGyR0wBESYaMNyyhYxDQ7BnTzACbzAHsXHCpbQctjADfkCqSVC6x9wLFEq+s3wMFNCJNuhAuZwmF5zBkbDBxOHBixzC+TDC4/wSQOBJXrUhfhC35zwA0JAD3hy0sETDOmDDOBwLatkHPOzDxZbPMaH/BY8ZntVgAwxgxOeMDMUHZHncxNFcOVC8BFJMxVaMxX6gxVyMxhJ9Oj1wBVBhqea80cjAPCcgzjPTzknCxm5cizsQx3Ncx0Zwx+Da0k+TEF2QBBeaXDStDAMgAAhwwMGi00hyyPGQyLDAyI6cC5CMppNs1FwhFUnAQEQsy039B1vAqyztNFR9hyYhylJAyqaMyrC2ynXCXWAtEYZhCzThx0cMAqLhycm0yx7Qy78czEIwzF5QzGud174gYZJlA4x71syQl8/M1iHdN9M8BNV8zdl8n6nYzd9saTjt2I2QKVkCG8rc1PvrWsvhRoGY05ldKu/MwUh3XR38wfZ8b6b9/xhsliVE4NdjHL2uplVO8UbQLEEIrdBRwtA73MO5ENG9PRhIoBdAIAIzTdnJUAFapak8cAV3AdIlNNIlXcW/htIqbZ+NPd1ooQFIQBpmrd09qydAkARdwIGXLS1tPRk87bo+DdQmQMeeOtQJUdTs3ROBpJVMwKzaXQVFUA0hoNS7JN7A6yKIrMha/ciRDD+UfOBaIQYCMANAEKBHzKUgKUgUzj+gDNdy/WN0rcqsjNcerhX20QQDkN3yzaIDENkKleIRRNiGrRzArFWJzReLbaQzrhU+QL8LnOPLUADE2lo+fj6b3dnYjBWgzc05N9rhnOQ9UQsUgONOfgwDQARmN/+AaTzb4lHbGozbqqDbIuzl3BEbAD3muspKeDHlNrPcOnDDza3DkvDQ0Q3Ecg4dPBAETG3nzFB8NpBVYqDnN0PeUWLS590BWbzF6l3o0JEYit5vuZCImM19bezfcHwSQT3gRP3Rmm4WTCDc2q0TCwrpGmPVfYDVi9zIGu7VwLjqt7HanQ4zCACaac59b30Ko1zKLl6/MH7XrszrWnFAv24QjtO2sr4xQO7LQo7Yis3Yzg4Zz+vkA8CAw242VW7NV67N1qDl3gzOpd3t+6AT0X4TAxAEBaR3OYDc3bLfnBBiP5AqwaqSpnABHPAGmdIEsejut2Gpr3YD3z7mJAk34dz/FSGwCwyj75lwdKvAUhZ5EsTRBwbgABogyV+L8AFiwjxQBbga7wZRAxUQYfgdArZyMRaPCXPxBUH1VkMAF2WwWFywBjDQA0yBIXRI8gkPgtXg6p0+7997A7lpuxWv5kLBKB1xDnIBDwzWJSHwnLEhjER/GwH3cFVA4mOeReEJKlFLKzN/CamyA1EQWj6lAz5/Jy4KBNWiacbc9azBEE2wBb6u8slw4/hRs1IdIFDfPy7iIBCiA/OV9QhQHTagBxfiB2KQEL2L99R9C/Ht9wVBBHVSIQwh84UPFAewgw+AGQkAA1+VKcrRA0bepZFv+ZCRA0YwAE2u+T6nqD0O+qUi/wWl32MakCUUbUH+/KCvWgJnD/s9kRW1b/s+p1VHkN9botP87u9i1AcAnxk9BkpCgKTIDx3A5/i4YwNBwODMvwxl7gespuqEkssY/wMa/xEcnwoeHwDV1Evt3v0x8XliqYG7AAgYf4OEhYaHiImKi4yNjEUMQj1+lJWWl5iZmpucnZk3Jn2io6SlpqeoqalDOl9ROlFTQ2B9ZX1PXGswSDd+NjZCTb2exMXGx8jJysvMzc7ENn4hOTc4TTwVNY7b3N3e3ExJfk7P5c6gqunq66g/rHA6ojvuOzsGMDhGPjk+NkBAOKKZG0iwoMGDCJcJyZHDj48ePgoM+EaxokVHFf8G5BCXsKMldOxCikSlJN6OKB76SNGhQxcOSguMNOkhwUeTIzw86tzJs2fPIzhu+OABhAeTi0iTJmXSzydCkCOjjtyxRMcOllcNBJiGQMgRGzdsaMlBFM8Rp2jTql27yR+OHkB6VCmgtK5dbhYK5GRbDqrUv+oOTHnyQMeBBDD83MDzK0ePr15wCAnBw4cVvpgzazYYokeToVXu3B1NOlGVIJuZ+QXMGpWUwgkCaAio5eENIL/8COiBY46Pt6mDCx/eqQQPHDnoll7OnAhZGzmA7BNIHNPq1uqe9PlRso+OH6OkzDugIzZYIXiqq1/P/pOfJEWKMJ9PukARh0Js5KP/3v46dlQ6TNHHPEtsp8MQQ/SRYIFaJYGEHzi81N6EFAq3AFBAVEDfhndtgdoNSQiBgwAV+vefKay4AosstNiCiy68+AKMMBXWaONaAgjhwwBBcOijUnpV8luJoZyYjjs6wCMPPfbgow8//gDE341UVokQAkAQQcGPXF5kAQNhvTTleiYaOUp3J6W0Ukv4wCQTTTbhZOWcdBKUgyBd5kkRBnrZABGRZqpClVVY6aAVV16BJRZZQJhV56OQJgMEBvLpaWk3FNzwVUMUlhmoYIQZhphijEH3mA2RTVbZZZG26qomFRBx6azbBFGFYpN0WmSgrsEmG2224RbNbr39luur/8i6GsRRtDbLCAa3JsGYH9TcoAUQxHnKjnbcxfNdeOOVF8B56SVr7rmUTAMEP37g6ey7iRTQRBK/HHcDRFpku6tUAQ74Q4E/HJjggn00+GCE6CaM7BHUOJFPFczCK3EhdxTA2w3R8XBFD8MIp206Kb4Syyy13JLLLr38EkzHCrdc5w08HAHEAG5MbHMhGMTwCxBJdMHDDSyn9rEqSCrp7xD13JPPPv38E5DLUM8J3RFO+BDxzTdTUAQPNoSQBECcerxvVGiipBJLLrk5U0037RX12zVGZ4UTW0yE9d1M2ICEP2RVN3Qqg15F6KE5dPVVWGOVdRbcjE/ow4NMtHD35P8S2cB1WGNq9jcqoBZ2WGKLNXZqqpRZ1vjp6+VgAwVVTO56AUyEaUO5Yrf2mriziRVsbsT6BhzqwHucnOvEV0BBEk4Ao68pVID3w1VY9BHFEAEXiDR55t2AXvDcr/eL3k3kIEITfhhPPPFBENEDOcuXkmA8fVzQxxJksCSKHQgaDKGE3fcvHGUB8cEccGO+8xGPAUZwwhzaV4qrxGIHoqACBBU0BK3ESGU08p8GNdMDYORrGlXYkgGJNwAMIIeBZ+LODsIQsHpE4QdR0EW+mBalp23whmzJjYSCIMIREq8IQQhbcK7zAy4ETAoDY0UGEkMUK7yJbXLCoRTRcoONFeX/BrLyoQExwAQUiuIJ9XAeeVbAgnFoSnWIY5SjpshGnjAEAV8hAh20OEIPDYeIA9KBEn4QgR4kgWuKcUhASLeqNhrSI9MSQhDsRkcDoqZ2DTRQBCLkA4f4AQk+EBElemesQ3ryIDBDAhEq1UhHYgAYORDGgzAThx0oYQdTOMAesbCCCO3mk7jUCXSA8ZUQUOIG6SulFplAgegIAQhBS0sT3iAKKARMBysAQD78gAABuC2X2LRTJXOAg7iUAAdEYKQwR5g+ogQDMz7owBME1Icx9AIHIdAk/7JJz3JEYxrVuIYTlDNOLRKhCkQRolqAoAYo9GEFNnDCDYwQs8vlYHH1/4woMxbSkIf8Boj9bCQRnCMEzNjABDKwwREQQC+ivOQ2OeioRFeaDKAIhShGcVdGtcjDzDkFBzmhBg4UCIQZUIIoSBAoS4fKCbfARS78nCkdmYABzDDEBzcgRyZ9gKWXrA9bRM0qJzrzGR6ERqnjfGQO3wIQ7eEhqL/5Cli0ylZNGAcHTEgqWOm4gQL4AjkBoV1b9+pR1SXKl0eASFzn2k8QFCEHVbNBE2zK18b2hF3c9GYPEFCEqxG2lBsIQjdVN0/HerYn99TpNXxQBJleVphaO+Y+PsvanlDUIRCBq2VPK8wqFGGnnW2tbg3i0qEUZbC0VSoFgsjY3Rq3GUaNy/9cgjvXDdznuNAdCFdBIxrmzhUEdo2udp3xVuBat7kVsCYlcqCF4m53t7v8qx8CazW5flepQWiqBPjBzfPal1rb7GYPSjDZyr6XthADixasYN77fja0+axMaf8b3CDYlTcFNrBjX2tR2TKYuVWoQBGSIFQJ67a3MPXuhYNLqQh7eK/JReqI31uBLp74uNP1anVX/N3Mvvi43XUvjYNbABNa8sZZ7VoHMYaHXoQAdlvY8YWJUIFqKMbEQG6j5X5xBdVxrYBKvrBEgOCwSkZZovrp6GQvGYMNZJnGG6ADA77M0r1poZtHEAIRenTmHWOACGyW6Gd+aoMgkLLONB5lnuv/mYM5+BKL4gQ0jQsg1kHjUgTrSt8cFX3mIDTa0YdcbAgprWgiMGFrfjACMAKCBBHlYJWYfltOnEAvuIiDh5zmdHx9IAI/aOGPuDLCsVINNXEI4DaWK8AoYx3rTwtABAH0QjV4YARev+0lOIjJDYqQaGIregNMwHNYwjKHezk7anvLgQBsMIAZW5vYTAhvD0SAWB6Q6NsuC11c/3xuYnPRCL3QdW7hba4mCIECPax3vSlAhAIAB8r8plNEdCxwaw+ACAKYVsLRZWkGNPzihJAIEYLyldoYQa8TV096ewmhbfMgBwygN8YvHtcQ0CgoHAs5eyCr3xJUQw42KMKcV85z/0JgIH2UKAEQroBwmacFwdbgQU6aMIAk9/zpg2AAE7hJDlQbfTgUjq1sLQ71rrsBiL++unpAXJQcfL3raCcED8knduKkeC50TnvaCwCxtg8nxl+Vu94HkdlL2x0zxoEdw/fedQpsoZLItNxCw2QEjvxdGUDQAtAaMjt/iCGh+YhQOAdPeLQzIQgb8MG4RRrzojyeGbXhGE5/ATTkRKMERoBd52dvCAwMoArIyQ9jznl6ZdzrCgGtRr4VgwCJmJb2tLd0D/CAg30ApcO97wTQeNCFr/3CYdCxtJmRz/1CaMk5ELKBqKOPjMgmIQSKx00BGN399hvCuQUQyALJf4yT4/8m3BuNu/v3PwgtFYHL9GcMrDdlAyAR/HeAhuBpeBaAxMAYAXEDIoaAEvgHmTUAyTMMX5EEPUAZvoRVzqYFQvcQNlBJlod5RnBSTVAFwzaBLEgIKhgEC3Ab4fMSTrAuPANvORACTnAW3QQW1aA6fgB7pbV+LViEhTAAIMAEP1NfxzEDtAZvftIZ1CJqw3cDxVdCRpiFhpA+RZBAQREUXoaDVrg3P4N9OaB9WpiGhlAABCcAJeAHk8B2zqYfrZcTPbh++qeGevgHNZBtqNED+QJvfyQENxACQJN/e5iIh1AEEON4vDYiinUDsWKAiliJhlAFPOJ3eRYNRuBg1WaJoDj/CMMVBD0gbsPQfLAFVXoDU+8WZGIiAg+SBFalH92Wc8TEdaGYi4cwF/+EAxy2LtjXUVAiIriWVUjAbEhAdA2BBDWYE0bgaceni9JYCEzwaX5QLgmEBE7DEOOwbxG1Sx3UAwIQEMjxT0UQcNOYjofABJgYBFOmGNwUFtxUdIbEEFVmBPhUBBVQANunjv64CMPFVCBCIjgwA18BUUMVEDkAAFpwB542W/8YkaYxZ0wgAGJAUdBXTz9DbTEgORL5kdzAAHRQAAwQj1kVBPsYjSC5ks9SBRvwcytlaZbGkjRpEQUHMV+BJUBzST4gDtwUFECDBF+IMb5ACdHgbpURENek/xb3Ui8L8GvDEg355gTUwFBrpVjRAITAZB/UVpNeiRQWYGkl9GQcczEYox8+MB1hsS4gEiE5ARc8oAXMlhn7gBxxATQ3oI3UcBxFSS29MAk3IAI8MABMFR9feZh2MQBFUAD7SAcnBFVD4Qf/8GYSwAMcgzFHYC3IdBl4EIZrgQOSdwR/NA3l9T2L9RXvwQ/6QFoDUAEVYAGIGZvLsQEbBUQMhUwaszdUWUk+2RB52ZNn4IFrgRvIEVSSwU1vCCEdhAQ9sADYRpLhJJvSuSEa12IM4ESqpR84FRczgAOb4ieYEW3SoTp6E4VLaFtMwAArOJ3sySV5MZKwwzra01EywYpNk7CUaTEiXiAjXMYArWkfsNaeAuoshOlgn1ZafpVMVAQJTFBC1ZiHAxqhNoNtmfV5MimTB3GhGupgKiehHtpIwrZRIjqiJFqiIzpcsLOYnPehLNqiLvqiMBqjMjqjNFqjNnqjOJqjOrqjPNqjPvqjQBqkQjqkRFqkRnqkSJqkSrqkTNqkTpqjgQAAOw=="/>
  <p:tag name="MIO_HDS" val="True"/>
  <p:tag name="MIO_EK" val="2375"/>
  <p:tag name="MIO_UPDATE" val="True"/>
  <p:tag name="MIO_VERSION" val="30.11.2012 11:40:17"/>
  <p:tag name="MIO_DBID" val="ED9FF2F2-6643-46BA-B685-7D49126FFAF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OPTIONS" val="Public;Internal;Confidential"/>
  <p:tag name="MIO_USER_INPUT_REQUIRED" val="Classification and Control of Information;Please select the level of confidentiality: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Sender information;Please enter the sender information:"/>
  <p:tag name="MIO_USER_INPUT_TEXT" val="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3E68A340-5BD0-4700-AED2-997E3B6077F9"/>
  <p:tag name="MIO_SHAPETYPES_AGENDA" val="MIO_AGENDA_FIRSTELEMEN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95DCBD3B-C156-4A29-95CB-86E9C4C16193"/>
  <p:tag name="MIO_SHAPETYPES_AGENDA" val="MIO_AGENDA_FIRSTELEMENT_NUMB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E32EBB43-527E-40DC-97E7-B91396CDD97C"/>
  <p:tag name="MIO_SHAPETYPES_AGENDA" val="MIO_AGENDA_HIGHLIGHT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4AFE2199-7899-4A9C-9D26-E2D79AC29632"/>
  <p:tag name="MIO_SHAPETYPES_AGENDA" val="MIO_AGENDA_HIGHLIGHT_NUMBER"/>
</p:tagLst>
</file>

<file path=ppt/theme/theme1.xml><?xml version="1.0" encoding="utf-8"?>
<a:theme xmlns:a="http://schemas.openxmlformats.org/drawingml/2006/main" name="ppt_template_continental_automotive_en-4-3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Continental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tx1"/>
          </a:solidFill>
        </a:ln>
      </a:spPr>
      <a:bodyPr rtlCol="0" anchor="ctr"/>
      <a:lstStyle>
        <a:defPPr algn="ctr">
          <a:defRPr sz="1600" dirty="0" err="1" smtClean="0">
            <a:solidFill>
              <a:schemeClr val="bg2">
                <a:lumMod val="10000"/>
              </a:schemeClr>
            </a:solidFill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ntinental Screen">
        <a:dk1>
          <a:srgbClr val="000000"/>
        </a:dk1>
        <a:lt1>
          <a:srgbClr val="FFFFFF"/>
        </a:lt1>
        <a:dk2>
          <a:srgbClr val="FFFFFF"/>
        </a:dk2>
        <a:lt2>
          <a:srgbClr val="EBEBEB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  <a:extraClrScheme>
      <a:clrScheme name="Continental Pri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9900"/>
        </a:accent1>
        <a:accent2>
          <a:srgbClr val="BF7300"/>
        </a:accent2>
        <a:accent3>
          <a:srgbClr val="E28700"/>
        </a:accent3>
        <a:accent4>
          <a:srgbClr val="FFC266"/>
        </a:accent4>
        <a:accent5>
          <a:srgbClr val="5F5F5F"/>
        </a:accent5>
        <a:accent6>
          <a:srgbClr val="262626"/>
        </a:accent6>
        <a:hlink>
          <a:srgbClr val="FF9900"/>
        </a:hlink>
        <a:folHlink>
          <a:srgbClr val="777777"/>
        </a:folHlink>
      </a:clrScheme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Continental 2013-06-21">
      <a:dk1>
        <a:srgbClr val="000000"/>
      </a:dk1>
      <a:lt1>
        <a:srgbClr val="FFFFFF"/>
      </a:lt1>
      <a:dk2>
        <a:srgbClr val="FFFFFF"/>
      </a:dk2>
      <a:lt2>
        <a:srgbClr val="EBEBEB"/>
      </a:lt2>
      <a:accent1>
        <a:srgbClr val="FFA500"/>
      </a:accent1>
      <a:accent2>
        <a:srgbClr val="BF7300"/>
      </a:accent2>
      <a:accent3>
        <a:srgbClr val="E28700"/>
      </a:accent3>
      <a:accent4>
        <a:srgbClr val="FFC266"/>
      </a:accent4>
      <a:accent5>
        <a:srgbClr val="5F5F5F"/>
      </a:accent5>
      <a:accent6>
        <a:srgbClr val="262626"/>
      </a:accent6>
      <a:hlink>
        <a:srgbClr val="FFA500"/>
      </a:hlink>
      <a:folHlink>
        <a:srgbClr val="77777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ppt_template_continental_automotive_en-4-3</Template>
  <TotalTime>529</TotalTime>
  <Words>238</Words>
  <Application>Microsoft Office PowerPoint</Application>
  <PresentationFormat>On-screen Show (4:3)</PresentationFormat>
  <Paragraphs>187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ppt_template_continental_automotive_en-4-3</vt:lpstr>
      <vt:lpstr>06. Python – Miscellaneous Topics - I  </vt:lpstr>
      <vt:lpstr>Topics </vt:lpstr>
      <vt:lpstr>File Operations</vt:lpstr>
      <vt:lpstr>File Operations</vt:lpstr>
      <vt:lpstr>File Operations</vt:lpstr>
      <vt:lpstr>File Operations</vt:lpstr>
      <vt:lpstr>File Operations</vt:lpstr>
      <vt:lpstr>Pickle</vt:lpstr>
      <vt:lpstr>Pickle</vt:lpstr>
      <vt:lpstr>JSON(JavaScript Object Notation)</vt:lpstr>
      <vt:lpstr>JSON</vt:lpstr>
      <vt:lpstr>ConfigParser</vt:lpstr>
      <vt:lpstr>Assignments</vt:lpstr>
      <vt:lpstr>Thank you</vt:lpstr>
    </vt:vector>
  </TitlesOfParts>
  <Company>Continental 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uidt5719</dc:creator>
  <cp:lastModifiedBy>binoy udayan</cp:lastModifiedBy>
  <cp:revision>502</cp:revision>
  <dcterms:created xsi:type="dcterms:W3CDTF">2013-12-05T05:21:14Z</dcterms:created>
  <dcterms:modified xsi:type="dcterms:W3CDTF">2015-10-04T05:40:32Z</dcterms:modified>
</cp:coreProperties>
</file>